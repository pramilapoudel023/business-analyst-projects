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embeddedFontLst>
    <p:embeddedFont>
      <p:font typeface="Montserrat" pitchFamily="2" charset="77"/>
      <p:regular r:id="rId27"/>
      <p:bold r:id="rId28"/>
      <p:italic r:id="rId29"/>
      <p:boldItalic r:id="rId30"/>
    </p:embeddedFont>
    <p:embeddedFont>
      <p:font typeface="Montserrat Medium" panose="020F0502020204030204" pitchFamily="34" charset="0"/>
      <p:regular r:id="rId31"/>
      <p:bold r:id="rId32"/>
      <p:italic r:id="rId33"/>
      <p:boldItalic r:id="rId34"/>
    </p:embeddedFont>
    <p:embeddedFont>
      <p:font typeface="Montserrat SemiBold" panose="020F0502020204030204" pitchFamily="34" charset="0"/>
      <p:regular r:id="rId35"/>
      <p:bold r:id="rId36"/>
      <p:italic r:id="rId37"/>
      <p:boldItalic r:id="rId38"/>
    </p:embeddedFont>
    <p:embeddedFont>
      <p:font typeface="Playfair Display" pitchFamily="2" charset="77"/>
      <p:regular r:id="rId39"/>
      <p:bold r:id="rId40"/>
      <p:italic r:id="rId41"/>
      <p:boldItalic r:id="rId42"/>
    </p:embeddedFont>
    <p:embeddedFont>
      <p:font typeface="Playfair Display Medium" pitchFamily="2" charset="77"/>
      <p:regular r:id="rId43"/>
      <p:bold r:id="rId44"/>
      <p:italic r:id="rId45"/>
      <p:boldItalic r:id="rId46"/>
    </p:embeddedFont>
    <p:embeddedFont>
      <p:font typeface="Playfair Display SemiBold" pitchFamily="2" charset="77"/>
      <p:regular r:id="rId47"/>
      <p:bold r:id="rId48"/>
      <p:italic r:id="rId49"/>
      <p:boldItalic r:id="rId50"/>
    </p:embeddedFont>
    <p:embeddedFont>
      <p:font typeface="Roboto Condensed Light" panose="02000000000000000000" pitchFamily="2" charset="0"/>
      <p:regular r:id="rId51"/>
      <p: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 varScale="1">
        <p:scale>
          <a:sx n="156" d="100"/>
          <a:sy n="156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font" Target="fonts/font2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52" Type="http://schemas.openxmlformats.org/officeDocument/2006/relationships/font" Target="fonts/font2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font" Target="fonts/font22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387e4aa072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387e4aa072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387e4aa072_0_9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387e4aa072_0_9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387e4aa072_0_9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387e4aa072_0_9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ca558d223f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ca558d223f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ca558d223f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ca558d223f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ca558d223f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ca558d223f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ca558d223f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ca558d223f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ca558d223f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ca558d223f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ca558d223f_1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ca558d223f_1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530325341f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530325341f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ca558d223f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ca558d223f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ca558d223f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ca558d223f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ca558d223f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ca558d223f_1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ca558d223f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ca558d223f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ca558d223f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2ca558d223f_1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ca558d223f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ca558d223f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ca558d223f_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ca558d223f_1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ca558d223f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ca558d223f_1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f55e1b124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f55e1b124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f55e1b124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f55e1b124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ca558d223f_1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2ca558d223f_1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ca558d223f_1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ca558d223f_1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ca558d223f_1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2ca558d223f_1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900300" y="0"/>
            <a:ext cx="5244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526275" y="1332150"/>
            <a:ext cx="3900600" cy="15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26275" y="2914050"/>
            <a:ext cx="3904500" cy="6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4570200" y="0"/>
            <a:ext cx="457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226600" y="2464676"/>
            <a:ext cx="3262500" cy="7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40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5226600" y="3151519"/>
            <a:ext cx="3262500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5226600" y="1564175"/>
            <a:ext cx="819300" cy="8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40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67500" y="539400"/>
            <a:ext cx="78090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13225" y="1203425"/>
            <a:ext cx="7717500" cy="33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eriod"/>
              <a:defRPr sz="12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lphaLcPeriod"/>
              <a:defRPr sz="12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romanLcPeriod"/>
              <a:defRPr sz="12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rabicPeriod"/>
              <a:defRPr sz="12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lphaLcPeriod"/>
              <a:defRPr sz="12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romanLcPeriod"/>
              <a:defRPr sz="12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rabicPeriod"/>
              <a:defRPr sz="12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lphaLcPeriod"/>
              <a:defRPr sz="12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romanLcPeriod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244988" y="1897175"/>
            <a:ext cx="3008700" cy="4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1238525" y="2595325"/>
            <a:ext cx="30087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4893617" y="1897175"/>
            <a:ext cx="3005400" cy="4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4886911" y="2595325"/>
            <a:ext cx="30087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0" y="-28710"/>
            <a:ext cx="914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0" y="4600710"/>
            <a:ext cx="914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226600" y="1697150"/>
            <a:ext cx="2607600" cy="73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4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5226600" y="2393950"/>
            <a:ext cx="26076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/>
          <p:nvPr/>
        </p:nvSpPr>
        <p:spPr>
          <a:xfrm>
            <a:off x="0" y="0"/>
            <a:ext cx="457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713225" y="539500"/>
            <a:ext cx="77097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717150" y="1513950"/>
            <a:ext cx="7709700" cy="21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6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713225" y="868676"/>
            <a:ext cx="49152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714050" y="1928551"/>
            <a:ext cx="4915200" cy="21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5278075" y="1257300"/>
            <a:ext cx="31527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2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1046245" y="1583450"/>
            <a:ext cx="7053300" cy="146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Playfair Display"/>
              <a:buNone/>
              <a:defRPr sz="7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subTitle" idx="1"/>
          </p:nvPr>
        </p:nvSpPr>
        <p:spPr>
          <a:xfrm>
            <a:off x="2360925" y="3148450"/>
            <a:ext cx="44571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5226600" y="3165693"/>
            <a:ext cx="2990100" cy="4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2"/>
          </p:nvPr>
        </p:nvSpPr>
        <p:spPr>
          <a:xfrm>
            <a:off x="5226600" y="1570701"/>
            <a:ext cx="2990100" cy="15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i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BLANK_1_1_1_1">
    <p:bg>
      <p:bgPr>
        <a:solidFill>
          <a:schemeClr val="dk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title"/>
          </p:nvPr>
        </p:nvSpPr>
        <p:spPr>
          <a:xfrm>
            <a:off x="3007950" y="3159563"/>
            <a:ext cx="31281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2000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2"/>
          </p:nvPr>
        </p:nvSpPr>
        <p:spPr>
          <a:xfrm>
            <a:off x="2026025" y="1491888"/>
            <a:ext cx="5091900" cy="163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BLANK_1_1_1_1_1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713225" y="2589338"/>
            <a:ext cx="31281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20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3858900" cy="201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/>
          <p:nvPr/>
        </p:nvSpPr>
        <p:spPr>
          <a:xfrm>
            <a:off x="75" y="1514850"/>
            <a:ext cx="9144000" cy="55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6"/>
          <p:cNvSpPr/>
          <p:nvPr/>
        </p:nvSpPr>
        <p:spPr>
          <a:xfrm>
            <a:off x="75" y="3168875"/>
            <a:ext cx="9144000" cy="55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title" hasCustomPrompt="1"/>
          </p:nvPr>
        </p:nvSpPr>
        <p:spPr>
          <a:xfrm rot="1973">
            <a:off x="1365600" y="146445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6"/>
          <p:cNvSpPr txBox="1">
            <a:spLocks noGrp="1"/>
          </p:cNvSpPr>
          <p:nvPr>
            <p:ph type="subTitle" idx="1"/>
          </p:nvPr>
        </p:nvSpPr>
        <p:spPr>
          <a:xfrm>
            <a:off x="720000" y="236245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title" idx="2" hasCustomPrompt="1"/>
          </p:nvPr>
        </p:nvSpPr>
        <p:spPr>
          <a:xfrm rot="1973">
            <a:off x="1365600" y="31027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6"/>
          <p:cNvSpPr txBox="1">
            <a:spLocks noGrp="1"/>
          </p:cNvSpPr>
          <p:nvPr>
            <p:ph type="subTitle" idx="3"/>
          </p:nvPr>
        </p:nvSpPr>
        <p:spPr>
          <a:xfrm>
            <a:off x="720000" y="400080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title" idx="4" hasCustomPrompt="1"/>
          </p:nvPr>
        </p:nvSpPr>
        <p:spPr>
          <a:xfrm rot="1973">
            <a:off x="4049400" y="146445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6"/>
          <p:cNvSpPr txBox="1">
            <a:spLocks noGrp="1"/>
          </p:cNvSpPr>
          <p:nvPr>
            <p:ph type="subTitle" idx="5"/>
          </p:nvPr>
        </p:nvSpPr>
        <p:spPr>
          <a:xfrm>
            <a:off x="3403800" y="236245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title" idx="6" hasCustomPrompt="1"/>
          </p:nvPr>
        </p:nvSpPr>
        <p:spPr>
          <a:xfrm rot="1973">
            <a:off x="4049400" y="31027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6"/>
          <p:cNvSpPr txBox="1">
            <a:spLocks noGrp="1"/>
          </p:cNvSpPr>
          <p:nvPr>
            <p:ph type="subTitle" idx="7"/>
          </p:nvPr>
        </p:nvSpPr>
        <p:spPr>
          <a:xfrm>
            <a:off x="3403800" y="400080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title" idx="8" hasCustomPrompt="1"/>
          </p:nvPr>
        </p:nvSpPr>
        <p:spPr>
          <a:xfrm rot="1973">
            <a:off x="6733200" y="146445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9"/>
          </p:nvPr>
        </p:nvSpPr>
        <p:spPr>
          <a:xfrm>
            <a:off x="6087600" y="236245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title" idx="13" hasCustomPrompt="1"/>
          </p:nvPr>
        </p:nvSpPr>
        <p:spPr>
          <a:xfrm rot="1973">
            <a:off x="6733200" y="31027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6"/>
          <p:cNvSpPr txBox="1">
            <a:spLocks noGrp="1"/>
          </p:cNvSpPr>
          <p:nvPr>
            <p:ph type="subTitle" idx="14"/>
          </p:nvPr>
        </p:nvSpPr>
        <p:spPr>
          <a:xfrm>
            <a:off x="6087600" y="400080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ubTitle" idx="15"/>
          </p:nvPr>
        </p:nvSpPr>
        <p:spPr>
          <a:xfrm>
            <a:off x="720000" y="205725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16"/>
          </p:nvPr>
        </p:nvSpPr>
        <p:spPr>
          <a:xfrm>
            <a:off x="720000" y="369570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7"/>
          </p:nvPr>
        </p:nvSpPr>
        <p:spPr>
          <a:xfrm>
            <a:off x="3403800" y="205725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8"/>
          </p:nvPr>
        </p:nvSpPr>
        <p:spPr>
          <a:xfrm>
            <a:off x="3403800" y="369570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19"/>
          </p:nvPr>
        </p:nvSpPr>
        <p:spPr>
          <a:xfrm>
            <a:off x="6087600" y="205725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20"/>
          </p:nvPr>
        </p:nvSpPr>
        <p:spPr>
          <a:xfrm>
            <a:off x="6087600" y="369570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 idx="21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-48450" y="-58150"/>
            <a:ext cx="9240900" cy="82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 hasCustomPrompt="1"/>
          </p:nvPr>
        </p:nvSpPr>
        <p:spPr>
          <a:xfrm rot="1973">
            <a:off x="1632612" y="1627467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987013" y="236245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 idx="2" hasCustomPrompt="1"/>
          </p:nvPr>
        </p:nvSpPr>
        <p:spPr>
          <a:xfrm rot="1973">
            <a:off x="1632612" y="3265717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3"/>
          </p:nvPr>
        </p:nvSpPr>
        <p:spPr>
          <a:xfrm>
            <a:off x="987013" y="400080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 idx="4" hasCustomPrompt="1"/>
          </p:nvPr>
        </p:nvSpPr>
        <p:spPr>
          <a:xfrm rot="1973">
            <a:off x="6466187" y="1627467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5"/>
          </p:nvPr>
        </p:nvSpPr>
        <p:spPr>
          <a:xfrm>
            <a:off x="5820588" y="236245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 idx="6" hasCustomPrompt="1"/>
          </p:nvPr>
        </p:nvSpPr>
        <p:spPr>
          <a:xfrm rot="1973">
            <a:off x="6466187" y="3265717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7"/>
          </p:nvPr>
        </p:nvSpPr>
        <p:spPr>
          <a:xfrm>
            <a:off x="5820588" y="400080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8"/>
          </p:nvPr>
        </p:nvSpPr>
        <p:spPr>
          <a:xfrm>
            <a:off x="987013" y="205725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9"/>
          </p:nvPr>
        </p:nvSpPr>
        <p:spPr>
          <a:xfrm>
            <a:off x="987013" y="369570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13"/>
          </p:nvPr>
        </p:nvSpPr>
        <p:spPr>
          <a:xfrm>
            <a:off x="5820588" y="205725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ubTitle" idx="14"/>
          </p:nvPr>
        </p:nvSpPr>
        <p:spPr>
          <a:xfrm>
            <a:off x="5820588" y="369570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title" idx="15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0" y="-35875"/>
            <a:ext cx="7131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8430900" y="-18000"/>
            <a:ext cx="7131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 rot="-5400000">
            <a:off x="4284300" y="-4320387"/>
            <a:ext cx="580500" cy="914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1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-18068" y="-35875"/>
            <a:ext cx="7407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8421368" y="-18000"/>
            <a:ext cx="7407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APTION_ONLY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713225" y="3918500"/>
            <a:ext cx="7717500" cy="511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500" b="1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endParaRPr/>
          </a:p>
        </p:txBody>
      </p:sp>
      <p:sp>
        <p:nvSpPr>
          <p:cNvPr id="104" name="Google Shape;104;p20"/>
          <p:cNvSpPr/>
          <p:nvPr/>
        </p:nvSpPr>
        <p:spPr>
          <a:xfrm rot="10800000">
            <a:off x="100" y="4596068"/>
            <a:ext cx="9144000" cy="5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MAIN_POINT_1">
    <p:bg>
      <p:bgPr>
        <a:solidFill>
          <a:schemeClr val="dk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1404875" y="1021350"/>
            <a:ext cx="6334200" cy="31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10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5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MAIN_POINT_1_1"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713225" y="1461950"/>
            <a:ext cx="4340100" cy="22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7000"/>
              <a:buFont typeface="Playfair Display"/>
              <a:buNone/>
              <a:defRPr sz="7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/>
          <p:nvPr/>
        </p:nvSpPr>
        <p:spPr>
          <a:xfrm>
            <a:off x="0" y="0"/>
            <a:ext cx="457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title"/>
          </p:nvPr>
        </p:nvSpPr>
        <p:spPr>
          <a:xfrm>
            <a:off x="713225" y="2464676"/>
            <a:ext cx="3262500" cy="7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40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subTitle" idx="1"/>
          </p:nvPr>
        </p:nvSpPr>
        <p:spPr>
          <a:xfrm>
            <a:off x="713225" y="3151519"/>
            <a:ext cx="3262500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title" idx="2" hasCustomPrompt="1"/>
          </p:nvPr>
        </p:nvSpPr>
        <p:spPr>
          <a:xfrm>
            <a:off x="3156425" y="1564175"/>
            <a:ext cx="819300" cy="8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40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solidFill>
          <a:schemeClr val="dk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>
            <a:spLocks noGrp="1"/>
          </p:cNvSpPr>
          <p:nvPr>
            <p:ph type="title"/>
          </p:nvPr>
        </p:nvSpPr>
        <p:spPr>
          <a:xfrm>
            <a:off x="4869188" y="2014426"/>
            <a:ext cx="3262500" cy="7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40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subTitle" idx="1"/>
          </p:nvPr>
        </p:nvSpPr>
        <p:spPr>
          <a:xfrm>
            <a:off x="4869188" y="2701269"/>
            <a:ext cx="3262500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title" idx="2" hasCustomPrompt="1"/>
          </p:nvPr>
        </p:nvSpPr>
        <p:spPr>
          <a:xfrm>
            <a:off x="1012313" y="1138050"/>
            <a:ext cx="3483300" cy="286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00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ayfair Display"/>
              <a:buNone/>
              <a:defRPr sz="21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/>
          <p:nvPr/>
        </p:nvSpPr>
        <p:spPr>
          <a:xfrm>
            <a:off x="457205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title"/>
          </p:nvPr>
        </p:nvSpPr>
        <p:spPr>
          <a:xfrm>
            <a:off x="5440675" y="1569948"/>
            <a:ext cx="2990100" cy="85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500" b="1"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subTitle" idx="1"/>
          </p:nvPr>
        </p:nvSpPr>
        <p:spPr>
          <a:xfrm>
            <a:off x="5440525" y="2439495"/>
            <a:ext cx="2990100" cy="11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/>
          <p:nvPr/>
        </p:nvSpPr>
        <p:spPr>
          <a:xfrm>
            <a:off x="0" y="-5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title"/>
          </p:nvPr>
        </p:nvSpPr>
        <p:spPr>
          <a:xfrm>
            <a:off x="713375" y="1735300"/>
            <a:ext cx="2990100" cy="57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layfair Display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subTitle" idx="1"/>
          </p:nvPr>
        </p:nvSpPr>
        <p:spPr>
          <a:xfrm>
            <a:off x="713225" y="2312000"/>
            <a:ext cx="2990100" cy="10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>
            <a:spLocks noGrp="1"/>
          </p:cNvSpPr>
          <p:nvPr>
            <p:ph type="title"/>
          </p:nvPr>
        </p:nvSpPr>
        <p:spPr>
          <a:xfrm flipH="1">
            <a:off x="893700" y="1502750"/>
            <a:ext cx="2859000" cy="129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subTitle" idx="1"/>
          </p:nvPr>
        </p:nvSpPr>
        <p:spPr>
          <a:xfrm flipH="1">
            <a:off x="893700" y="2797725"/>
            <a:ext cx="28590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9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>
            <a:spLocks noGrp="1"/>
          </p:cNvSpPr>
          <p:nvPr>
            <p:ph type="title"/>
          </p:nvPr>
        </p:nvSpPr>
        <p:spPr>
          <a:xfrm>
            <a:off x="715403" y="1499800"/>
            <a:ext cx="3546900" cy="16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fair Display"/>
              <a:buNone/>
              <a:defRPr sz="5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subTitle" idx="1"/>
          </p:nvPr>
        </p:nvSpPr>
        <p:spPr>
          <a:xfrm>
            <a:off x="713225" y="3070700"/>
            <a:ext cx="3546900" cy="5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4" name="Google Shape;134;p2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AND_BODY_1">
    <p:bg>
      <p:bgPr>
        <a:solidFill>
          <a:schemeClr val="dk2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>
            <a:spLocks noGrp="1"/>
          </p:cNvSpPr>
          <p:nvPr>
            <p:ph type="title"/>
          </p:nvPr>
        </p:nvSpPr>
        <p:spPr>
          <a:xfrm>
            <a:off x="713250" y="539400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7" name="Google Shape;137;p29"/>
          <p:cNvSpPr txBox="1">
            <a:spLocks noGrp="1"/>
          </p:cNvSpPr>
          <p:nvPr>
            <p:ph type="body" idx="1"/>
          </p:nvPr>
        </p:nvSpPr>
        <p:spPr>
          <a:xfrm>
            <a:off x="713225" y="1203425"/>
            <a:ext cx="7717500" cy="33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9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/>
          <p:nvPr/>
        </p:nvSpPr>
        <p:spPr>
          <a:xfrm>
            <a:off x="2275" y="-6400"/>
            <a:ext cx="3230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0"/>
          <p:cNvSpPr/>
          <p:nvPr/>
        </p:nvSpPr>
        <p:spPr>
          <a:xfrm>
            <a:off x="5896500" y="-6400"/>
            <a:ext cx="3247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0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title"/>
          </p:nvPr>
        </p:nvSpPr>
        <p:spPr>
          <a:xfrm>
            <a:off x="1851825" y="1267875"/>
            <a:ext cx="5447100" cy="214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13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Font typeface="Playfair Display"/>
              <a:buNone/>
              <a:defRPr sz="5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43" name="Google Shape;143;p30"/>
          <p:cNvSpPr txBox="1">
            <a:spLocks noGrp="1"/>
          </p:cNvSpPr>
          <p:nvPr>
            <p:ph type="subTitle" idx="1"/>
          </p:nvPr>
        </p:nvSpPr>
        <p:spPr>
          <a:xfrm>
            <a:off x="1848450" y="3187125"/>
            <a:ext cx="5447100" cy="6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SECTION_TITLE_AND_DESCRIPTION_1">
    <p:bg>
      <p:bgPr>
        <a:solidFill>
          <a:schemeClr val="dk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body" idx="1"/>
          </p:nvPr>
        </p:nvSpPr>
        <p:spPr>
          <a:xfrm>
            <a:off x="2114400" y="1928551"/>
            <a:ext cx="4915200" cy="21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BLANK_1_2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/>
          <p:nvPr/>
        </p:nvSpPr>
        <p:spPr>
          <a:xfrm flipH="1">
            <a:off x="0" y="0"/>
            <a:ext cx="2615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2"/>
          <p:cNvSpPr txBox="1">
            <a:spLocks noGrp="1"/>
          </p:cNvSpPr>
          <p:nvPr>
            <p:ph type="subTitle" idx="1"/>
          </p:nvPr>
        </p:nvSpPr>
        <p:spPr>
          <a:xfrm flipH="1">
            <a:off x="4571571" y="2537850"/>
            <a:ext cx="3547800" cy="10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2"/>
          <p:cNvSpPr txBox="1">
            <a:spLocks noGrp="1"/>
          </p:cNvSpPr>
          <p:nvPr>
            <p:ph type="title"/>
          </p:nvPr>
        </p:nvSpPr>
        <p:spPr>
          <a:xfrm flipH="1">
            <a:off x="4571571" y="1595850"/>
            <a:ext cx="3545400" cy="94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9pPr>
          </a:lstStyle>
          <a:p>
            <a:endParaRPr/>
          </a:p>
        </p:txBody>
      </p:sp>
      <p:sp>
        <p:nvSpPr>
          <p:cNvPr id="152" name="Google Shape;152;p32"/>
          <p:cNvSpPr>
            <a:spLocks noGrp="1"/>
          </p:cNvSpPr>
          <p:nvPr>
            <p:ph type="pic" idx="2"/>
          </p:nvPr>
        </p:nvSpPr>
        <p:spPr>
          <a:xfrm>
            <a:off x="1031350" y="539500"/>
            <a:ext cx="3185400" cy="40644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/>
          <p:nvPr/>
        </p:nvSpPr>
        <p:spPr>
          <a:xfrm flipH="1">
            <a:off x="8430850" y="-35875"/>
            <a:ext cx="7131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BLANK_1_2_1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/>
          <p:nvPr/>
        </p:nvSpPr>
        <p:spPr>
          <a:xfrm>
            <a:off x="75" y="-64600"/>
            <a:ext cx="9144000" cy="603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3"/>
          <p:cNvSpPr/>
          <p:nvPr/>
        </p:nvSpPr>
        <p:spPr>
          <a:xfrm rot="10800000">
            <a:off x="100" y="4590046"/>
            <a:ext cx="9144000" cy="5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3"/>
          <p:cNvSpPr txBox="1">
            <a:spLocks noGrp="1"/>
          </p:cNvSpPr>
          <p:nvPr>
            <p:ph type="subTitle" idx="1"/>
          </p:nvPr>
        </p:nvSpPr>
        <p:spPr>
          <a:xfrm flipH="1">
            <a:off x="4837463" y="3437225"/>
            <a:ext cx="3150300" cy="10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3"/>
          <p:cNvSpPr txBox="1">
            <a:spLocks noGrp="1"/>
          </p:cNvSpPr>
          <p:nvPr>
            <p:ph type="title"/>
          </p:nvPr>
        </p:nvSpPr>
        <p:spPr>
          <a:xfrm flipH="1">
            <a:off x="1156188" y="3471125"/>
            <a:ext cx="35454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9pPr>
          </a:lstStyle>
          <a:p>
            <a:endParaRPr/>
          </a:p>
        </p:txBody>
      </p:sp>
      <p:sp>
        <p:nvSpPr>
          <p:cNvPr id="159" name="Google Shape;159;p33"/>
          <p:cNvSpPr>
            <a:spLocks noGrp="1"/>
          </p:cNvSpPr>
          <p:nvPr>
            <p:ph type="pic" idx="2"/>
          </p:nvPr>
        </p:nvSpPr>
        <p:spPr>
          <a:xfrm>
            <a:off x="713225" y="910400"/>
            <a:ext cx="7717500" cy="24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SECTION_TITLE_AND_DESCRIPTION_1_1">
    <p:bg>
      <p:bgPr>
        <a:solidFill>
          <a:schemeClr val="dk2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4"/>
          <p:cNvSpPr txBox="1">
            <a:spLocks noGrp="1"/>
          </p:cNvSpPr>
          <p:nvPr>
            <p:ph type="subTitle" idx="1"/>
          </p:nvPr>
        </p:nvSpPr>
        <p:spPr>
          <a:xfrm>
            <a:off x="1622550" y="3934425"/>
            <a:ext cx="58989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3" name="Google Shape;163;p34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2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>
            <a:spLocks noGrp="1"/>
          </p:cNvSpPr>
          <p:nvPr>
            <p:ph type="subTitle" idx="1"/>
          </p:nvPr>
        </p:nvSpPr>
        <p:spPr>
          <a:xfrm>
            <a:off x="1244988" y="1897175"/>
            <a:ext cx="3008700" cy="4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6" name="Google Shape;166;p35"/>
          <p:cNvSpPr txBox="1">
            <a:spLocks noGrp="1"/>
          </p:cNvSpPr>
          <p:nvPr>
            <p:ph type="subTitle" idx="2"/>
          </p:nvPr>
        </p:nvSpPr>
        <p:spPr>
          <a:xfrm>
            <a:off x="1238525" y="2595325"/>
            <a:ext cx="30087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7" name="Google Shape;167;p35"/>
          <p:cNvSpPr txBox="1">
            <a:spLocks noGrp="1"/>
          </p:cNvSpPr>
          <p:nvPr>
            <p:ph type="subTitle" idx="3"/>
          </p:nvPr>
        </p:nvSpPr>
        <p:spPr>
          <a:xfrm>
            <a:off x="4893617" y="1897175"/>
            <a:ext cx="3005400" cy="4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8" name="Google Shape;168;p35"/>
          <p:cNvSpPr txBox="1">
            <a:spLocks noGrp="1"/>
          </p:cNvSpPr>
          <p:nvPr>
            <p:ph type="subTitle" idx="4"/>
          </p:nvPr>
        </p:nvSpPr>
        <p:spPr>
          <a:xfrm>
            <a:off x="4886911" y="2595325"/>
            <a:ext cx="30087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9" name="Google Shape;169;p35"/>
          <p:cNvSpPr/>
          <p:nvPr/>
        </p:nvSpPr>
        <p:spPr>
          <a:xfrm>
            <a:off x="-32400" y="-28700"/>
            <a:ext cx="92088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5"/>
          <p:cNvSpPr/>
          <p:nvPr/>
        </p:nvSpPr>
        <p:spPr>
          <a:xfrm rot="10800000">
            <a:off x="-79050" y="4606700"/>
            <a:ext cx="9302100" cy="5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5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BODY_1_1">
    <p:bg>
      <p:bgPr>
        <a:solidFill>
          <a:schemeClr val="dk2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>
            <a:spLocks noGrp="1"/>
          </p:cNvSpPr>
          <p:nvPr>
            <p:ph type="body" idx="1"/>
          </p:nvPr>
        </p:nvSpPr>
        <p:spPr>
          <a:xfrm>
            <a:off x="713225" y="1203425"/>
            <a:ext cx="3792000" cy="33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36"/>
          <p:cNvSpPr txBox="1">
            <a:spLocks noGrp="1"/>
          </p:cNvSpPr>
          <p:nvPr>
            <p:ph type="body" idx="2"/>
          </p:nvPr>
        </p:nvSpPr>
        <p:spPr>
          <a:xfrm>
            <a:off x="4638775" y="1203425"/>
            <a:ext cx="3792000" cy="26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36"/>
          <p:cNvSpPr txBox="1">
            <a:spLocks noGrp="1"/>
          </p:cNvSpPr>
          <p:nvPr>
            <p:ph type="title"/>
          </p:nvPr>
        </p:nvSpPr>
        <p:spPr>
          <a:xfrm>
            <a:off x="713250" y="539400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7"/>
          <p:cNvSpPr txBox="1">
            <a:spLocks noGrp="1"/>
          </p:cNvSpPr>
          <p:nvPr>
            <p:ph type="subTitle" idx="1"/>
          </p:nvPr>
        </p:nvSpPr>
        <p:spPr>
          <a:xfrm>
            <a:off x="710438" y="1819723"/>
            <a:ext cx="2314500" cy="51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8" name="Google Shape;178;p37"/>
          <p:cNvSpPr txBox="1">
            <a:spLocks noGrp="1"/>
          </p:cNvSpPr>
          <p:nvPr>
            <p:ph type="subTitle" idx="2"/>
          </p:nvPr>
        </p:nvSpPr>
        <p:spPr>
          <a:xfrm>
            <a:off x="710438" y="2594048"/>
            <a:ext cx="2314500" cy="13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9" name="Google Shape;179;p37"/>
          <p:cNvSpPr txBox="1">
            <a:spLocks noGrp="1"/>
          </p:cNvSpPr>
          <p:nvPr>
            <p:ph type="subTitle" idx="3"/>
          </p:nvPr>
        </p:nvSpPr>
        <p:spPr>
          <a:xfrm>
            <a:off x="3414747" y="1819723"/>
            <a:ext cx="2311800" cy="51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0" name="Google Shape;180;p37"/>
          <p:cNvSpPr txBox="1">
            <a:spLocks noGrp="1"/>
          </p:cNvSpPr>
          <p:nvPr>
            <p:ph type="subTitle" idx="4"/>
          </p:nvPr>
        </p:nvSpPr>
        <p:spPr>
          <a:xfrm>
            <a:off x="3414744" y="2594048"/>
            <a:ext cx="2314500" cy="13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1" name="Google Shape;181;p37"/>
          <p:cNvSpPr txBox="1">
            <a:spLocks noGrp="1"/>
          </p:cNvSpPr>
          <p:nvPr>
            <p:ph type="subTitle" idx="5"/>
          </p:nvPr>
        </p:nvSpPr>
        <p:spPr>
          <a:xfrm>
            <a:off x="6117622" y="1819723"/>
            <a:ext cx="2311800" cy="51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2" name="Google Shape;182;p37"/>
          <p:cNvSpPr txBox="1">
            <a:spLocks noGrp="1"/>
          </p:cNvSpPr>
          <p:nvPr>
            <p:ph type="subTitle" idx="6"/>
          </p:nvPr>
        </p:nvSpPr>
        <p:spPr>
          <a:xfrm>
            <a:off x="6116272" y="2594048"/>
            <a:ext cx="2314500" cy="13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3" name="Google Shape;183;p37"/>
          <p:cNvSpPr/>
          <p:nvPr/>
        </p:nvSpPr>
        <p:spPr>
          <a:xfrm>
            <a:off x="75" y="0"/>
            <a:ext cx="914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7"/>
          <p:cNvSpPr/>
          <p:nvPr/>
        </p:nvSpPr>
        <p:spPr>
          <a:xfrm rot="10800000">
            <a:off x="100" y="4578000"/>
            <a:ext cx="9144000" cy="5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7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6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8"/>
          <p:cNvSpPr/>
          <p:nvPr/>
        </p:nvSpPr>
        <p:spPr>
          <a:xfrm>
            <a:off x="5980675" y="2016425"/>
            <a:ext cx="2450100" cy="2583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8"/>
          <p:cNvSpPr/>
          <p:nvPr/>
        </p:nvSpPr>
        <p:spPr>
          <a:xfrm>
            <a:off x="3345600" y="2016425"/>
            <a:ext cx="2450100" cy="2583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89" name="Google Shape;189;p38"/>
          <p:cNvSpPr/>
          <p:nvPr/>
        </p:nvSpPr>
        <p:spPr>
          <a:xfrm>
            <a:off x="710525" y="2016425"/>
            <a:ext cx="2450100" cy="2583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90" name="Google Shape;190;p38"/>
          <p:cNvSpPr txBox="1">
            <a:spLocks noGrp="1"/>
          </p:cNvSpPr>
          <p:nvPr>
            <p:ph type="subTitle" idx="1"/>
          </p:nvPr>
        </p:nvSpPr>
        <p:spPr>
          <a:xfrm>
            <a:off x="778250" y="2587750"/>
            <a:ext cx="2314500" cy="47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subTitle" idx="2"/>
          </p:nvPr>
        </p:nvSpPr>
        <p:spPr>
          <a:xfrm>
            <a:off x="778425" y="2999699"/>
            <a:ext cx="2314500" cy="10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subTitle" idx="3"/>
          </p:nvPr>
        </p:nvSpPr>
        <p:spPr>
          <a:xfrm>
            <a:off x="3414748" y="2587750"/>
            <a:ext cx="2311800" cy="47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subTitle" idx="4"/>
          </p:nvPr>
        </p:nvSpPr>
        <p:spPr>
          <a:xfrm>
            <a:off x="3414745" y="2999699"/>
            <a:ext cx="2314500" cy="10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subTitle" idx="5"/>
          </p:nvPr>
        </p:nvSpPr>
        <p:spPr>
          <a:xfrm>
            <a:off x="6051100" y="2587750"/>
            <a:ext cx="2311800" cy="47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5" name="Google Shape;195;p38"/>
          <p:cNvSpPr txBox="1">
            <a:spLocks noGrp="1"/>
          </p:cNvSpPr>
          <p:nvPr>
            <p:ph type="subTitle" idx="6"/>
          </p:nvPr>
        </p:nvSpPr>
        <p:spPr>
          <a:xfrm>
            <a:off x="6051099" y="2999699"/>
            <a:ext cx="2314500" cy="10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6" name="Google Shape;196;p38"/>
          <p:cNvSpPr txBox="1">
            <a:spLocks noGrp="1"/>
          </p:cNvSpPr>
          <p:nvPr>
            <p:ph type="title"/>
          </p:nvPr>
        </p:nvSpPr>
        <p:spPr>
          <a:xfrm>
            <a:off x="667500" y="868680"/>
            <a:ext cx="7809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8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>
            <a:spLocks noGrp="1"/>
          </p:cNvSpPr>
          <p:nvPr>
            <p:ph type="subTitle" idx="1"/>
          </p:nvPr>
        </p:nvSpPr>
        <p:spPr>
          <a:xfrm>
            <a:off x="2780375" y="1687175"/>
            <a:ext cx="18588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9" name="Google Shape;199;p39"/>
          <p:cNvSpPr txBox="1">
            <a:spLocks noGrp="1"/>
          </p:cNvSpPr>
          <p:nvPr>
            <p:ph type="subTitle" idx="2"/>
          </p:nvPr>
        </p:nvSpPr>
        <p:spPr>
          <a:xfrm>
            <a:off x="4739163" y="1615628"/>
            <a:ext cx="23145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0" name="Google Shape;200;p39"/>
          <p:cNvSpPr/>
          <p:nvPr/>
        </p:nvSpPr>
        <p:spPr>
          <a:xfrm>
            <a:off x="0" y="-22125"/>
            <a:ext cx="9162000" cy="5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9"/>
          <p:cNvSpPr/>
          <p:nvPr/>
        </p:nvSpPr>
        <p:spPr>
          <a:xfrm>
            <a:off x="0" y="4572000"/>
            <a:ext cx="9162000" cy="5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9"/>
          <p:cNvSpPr txBox="1">
            <a:spLocks noGrp="1"/>
          </p:cNvSpPr>
          <p:nvPr>
            <p:ph type="subTitle" idx="3"/>
          </p:nvPr>
        </p:nvSpPr>
        <p:spPr>
          <a:xfrm>
            <a:off x="2780375" y="3759850"/>
            <a:ext cx="18588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3" name="Google Shape;203;p39"/>
          <p:cNvSpPr txBox="1">
            <a:spLocks noGrp="1"/>
          </p:cNvSpPr>
          <p:nvPr>
            <p:ph type="subTitle" idx="4"/>
          </p:nvPr>
        </p:nvSpPr>
        <p:spPr>
          <a:xfrm>
            <a:off x="4739163" y="3688303"/>
            <a:ext cx="23145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4" name="Google Shape;204;p39"/>
          <p:cNvSpPr txBox="1">
            <a:spLocks noGrp="1"/>
          </p:cNvSpPr>
          <p:nvPr>
            <p:ph type="subTitle" idx="5"/>
          </p:nvPr>
        </p:nvSpPr>
        <p:spPr>
          <a:xfrm>
            <a:off x="2780375" y="2723513"/>
            <a:ext cx="18588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5" name="Google Shape;205;p39"/>
          <p:cNvSpPr txBox="1">
            <a:spLocks noGrp="1"/>
          </p:cNvSpPr>
          <p:nvPr>
            <p:ph type="subTitle" idx="6"/>
          </p:nvPr>
        </p:nvSpPr>
        <p:spPr>
          <a:xfrm>
            <a:off x="4739163" y="2651966"/>
            <a:ext cx="23145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6" name="Google Shape;206;p39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2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/>
          <p:nvPr/>
        </p:nvSpPr>
        <p:spPr>
          <a:xfrm>
            <a:off x="-100" y="3145988"/>
            <a:ext cx="9144000" cy="94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40"/>
          <p:cNvSpPr/>
          <p:nvPr/>
        </p:nvSpPr>
        <p:spPr>
          <a:xfrm>
            <a:off x="-100" y="1751338"/>
            <a:ext cx="9144000" cy="94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40"/>
          <p:cNvSpPr txBox="1">
            <a:spLocks noGrp="1"/>
          </p:cNvSpPr>
          <p:nvPr>
            <p:ph type="subTitle" idx="1"/>
          </p:nvPr>
        </p:nvSpPr>
        <p:spPr>
          <a:xfrm>
            <a:off x="1119675" y="2075938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40"/>
          <p:cNvSpPr txBox="1">
            <a:spLocks noGrp="1"/>
          </p:cNvSpPr>
          <p:nvPr>
            <p:ph type="subTitle" idx="2"/>
          </p:nvPr>
        </p:nvSpPr>
        <p:spPr>
          <a:xfrm>
            <a:off x="5157251" y="2075938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40"/>
          <p:cNvSpPr txBox="1">
            <a:spLocks noGrp="1"/>
          </p:cNvSpPr>
          <p:nvPr>
            <p:ph type="subTitle" idx="3"/>
          </p:nvPr>
        </p:nvSpPr>
        <p:spPr>
          <a:xfrm>
            <a:off x="1119675" y="3470575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40"/>
          <p:cNvSpPr txBox="1">
            <a:spLocks noGrp="1"/>
          </p:cNvSpPr>
          <p:nvPr>
            <p:ph type="subTitle" idx="4"/>
          </p:nvPr>
        </p:nvSpPr>
        <p:spPr>
          <a:xfrm>
            <a:off x="5157251" y="3470575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40"/>
          <p:cNvSpPr txBox="1">
            <a:spLocks noGrp="1"/>
          </p:cNvSpPr>
          <p:nvPr>
            <p:ph type="subTitle" idx="5"/>
          </p:nvPr>
        </p:nvSpPr>
        <p:spPr>
          <a:xfrm>
            <a:off x="1119650" y="1745638"/>
            <a:ext cx="2867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40"/>
          <p:cNvSpPr txBox="1">
            <a:spLocks noGrp="1"/>
          </p:cNvSpPr>
          <p:nvPr>
            <p:ph type="subTitle" idx="6"/>
          </p:nvPr>
        </p:nvSpPr>
        <p:spPr>
          <a:xfrm>
            <a:off x="1119650" y="3140325"/>
            <a:ext cx="2867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40"/>
          <p:cNvSpPr txBox="1">
            <a:spLocks noGrp="1"/>
          </p:cNvSpPr>
          <p:nvPr>
            <p:ph type="subTitle" idx="7"/>
          </p:nvPr>
        </p:nvSpPr>
        <p:spPr>
          <a:xfrm>
            <a:off x="5157250" y="1745638"/>
            <a:ext cx="2867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40"/>
          <p:cNvSpPr txBox="1">
            <a:spLocks noGrp="1"/>
          </p:cNvSpPr>
          <p:nvPr>
            <p:ph type="subTitle" idx="8"/>
          </p:nvPr>
        </p:nvSpPr>
        <p:spPr>
          <a:xfrm>
            <a:off x="5157250" y="3140325"/>
            <a:ext cx="2867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40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BLANK_1_1_1_1_1_2">
    <p:bg>
      <p:bgPr>
        <a:solidFill>
          <a:schemeClr val="dk2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41"/>
          <p:cNvSpPr txBox="1">
            <a:spLocks noGrp="1"/>
          </p:cNvSpPr>
          <p:nvPr>
            <p:ph type="subTitle" idx="1"/>
          </p:nvPr>
        </p:nvSpPr>
        <p:spPr>
          <a:xfrm>
            <a:off x="872400" y="2178275"/>
            <a:ext cx="2305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41"/>
          <p:cNvSpPr txBox="1">
            <a:spLocks noGrp="1"/>
          </p:cNvSpPr>
          <p:nvPr>
            <p:ph type="subTitle" idx="2"/>
          </p:nvPr>
        </p:nvSpPr>
        <p:spPr>
          <a:xfrm>
            <a:off x="3419271" y="2178275"/>
            <a:ext cx="2305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41"/>
          <p:cNvSpPr txBox="1">
            <a:spLocks noGrp="1"/>
          </p:cNvSpPr>
          <p:nvPr>
            <p:ph type="subTitle" idx="3"/>
          </p:nvPr>
        </p:nvSpPr>
        <p:spPr>
          <a:xfrm>
            <a:off x="2145838" y="3511800"/>
            <a:ext cx="2305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1"/>
          <p:cNvSpPr txBox="1">
            <a:spLocks noGrp="1"/>
          </p:cNvSpPr>
          <p:nvPr>
            <p:ph type="subTitle" idx="4"/>
          </p:nvPr>
        </p:nvSpPr>
        <p:spPr>
          <a:xfrm>
            <a:off x="4692709" y="3511800"/>
            <a:ext cx="2305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1"/>
          <p:cNvSpPr txBox="1">
            <a:spLocks noGrp="1"/>
          </p:cNvSpPr>
          <p:nvPr>
            <p:ph type="subTitle" idx="5"/>
          </p:nvPr>
        </p:nvSpPr>
        <p:spPr>
          <a:xfrm>
            <a:off x="5966150" y="2178275"/>
            <a:ext cx="2305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41"/>
          <p:cNvSpPr txBox="1">
            <a:spLocks noGrp="1"/>
          </p:cNvSpPr>
          <p:nvPr>
            <p:ph type="subTitle" idx="6"/>
          </p:nvPr>
        </p:nvSpPr>
        <p:spPr>
          <a:xfrm>
            <a:off x="872400" y="1878725"/>
            <a:ext cx="2305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7" name="Google Shape;227;p41"/>
          <p:cNvSpPr txBox="1">
            <a:spLocks noGrp="1"/>
          </p:cNvSpPr>
          <p:nvPr>
            <p:ph type="subTitle" idx="7"/>
          </p:nvPr>
        </p:nvSpPr>
        <p:spPr>
          <a:xfrm>
            <a:off x="3419275" y="1878725"/>
            <a:ext cx="2305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41"/>
          <p:cNvSpPr txBox="1">
            <a:spLocks noGrp="1"/>
          </p:cNvSpPr>
          <p:nvPr>
            <p:ph type="subTitle" idx="8"/>
          </p:nvPr>
        </p:nvSpPr>
        <p:spPr>
          <a:xfrm>
            <a:off x="5966150" y="1878725"/>
            <a:ext cx="2305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41"/>
          <p:cNvSpPr txBox="1">
            <a:spLocks noGrp="1"/>
          </p:cNvSpPr>
          <p:nvPr>
            <p:ph type="subTitle" idx="9"/>
          </p:nvPr>
        </p:nvSpPr>
        <p:spPr>
          <a:xfrm>
            <a:off x="2145850" y="3212100"/>
            <a:ext cx="2305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41"/>
          <p:cNvSpPr txBox="1">
            <a:spLocks noGrp="1"/>
          </p:cNvSpPr>
          <p:nvPr>
            <p:ph type="subTitle" idx="13"/>
          </p:nvPr>
        </p:nvSpPr>
        <p:spPr>
          <a:xfrm>
            <a:off x="4692700" y="3212100"/>
            <a:ext cx="23055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41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/>
          <p:nvPr/>
        </p:nvSpPr>
        <p:spPr>
          <a:xfrm>
            <a:off x="3328950" y="3221536"/>
            <a:ext cx="2486100" cy="137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2"/>
          <p:cNvSpPr/>
          <p:nvPr/>
        </p:nvSpPr>
        <p:spPr>
          <a:xfrm>
            <a:off x="5944675" y="3221536"/>
            <a:ext cx="2486100" cy="137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2"/>
          <p:cNvSpPr/>
          <p:nvPr/>
        </p:nvSpPr>
        <p:spPr>
          <a:xfrm>
            <a:off x="713225" y="3221536"/>
            <a:ext cx="2486100" cy="137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2"/>
          <p:cNvSpPr/>
          <p:nvPr/>
        </p:nvSpPr>
        <p:spPr>
          <a:xfrm>
            <a:off x="3328950" y="1658400"/>
            <a:ext cx="2486100" cy="137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42"/>
          <p:cNvSpPr/>
          <p:nvPr/>
        </p:nvSpPr>
        <p:spPr>
          <a:xfrm>
            <a:off x="5944675" y="1658400"/>
            <a:ext cx="2486100" cy="137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2"/>
          <p:cNvSpPr/>
          <p:nvPr/>
        </p:nvSpPr>
        <p:spPr>
          <a:xfrm>
            <a:off x="713225" y="1658400"/>
            <a:ext cx="2486100" cy="137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2"/>
          <p:cNvSpPr txBox="1">
            <a:spLocks noGrp="1"/>
          </p:cNvSpPr>
          <p:nvPr>
            <p:ph type="subTitle" idx="1"/>
          </p:nvPr>
        </p:nvSpPr>
        <p:spPr>
          <a:xfrm>
            <a:off x="713225" y="1852939"/>
            <a:ext cx="2486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42"/>
          <p:cNvSpPr txBox="1">
            <a:spLocks noGrp="1"/>
          </p:cNvSpPr>
          <p:nvPr>
            <p:ph type="subTitle" idx="2"/>
          </p:nvPr>
        </p:nvSpPr>
        <p:spPr>
          <a:xfrm>
            <a:off x="713225" y="2258539"/>
            <a:ext cx="24861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41" name="Google Shape;241;p42"/>
          <p:cNvSpPr txBox="1">
            <a:spLocks noGrp="1"/>
          </p:cNvSpPr>
          <p:nvPr>
            <p:ph type="subTitle" idx="3"/>
          </p:nvPr>
        </p:nvSpPr>
        <p:spPr>
          <a:xfrm>
            <a:off x="3328950" y="1852939"/>
            <a:ext cx="2486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42"/>
          <p:cNvSpPr txBox="1">
            <a:spLocks noGrp="1"/>
          </p:cNvSpPr>
          <p:nvPr>
            <p:ph type="subTitle" idx="4"/>
          </p:nvPr>
        </p:nvSpPr>
        <p:spPr>
          <a:xfrm>
            <a:off x="3328950" y="2258539"/>
            <a:ext cx="24861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43" name="Google Shape;243;p42"/>
          <p:cNvSpPr txBox="1">
            <a:spLocks noGrp="1"/>
          </p:cNvSpPr>
          <p:nvPr>
            <p:ph type="subTitle" idx="5"/>
          </p:nvPr>
        </p:nvSpPr>
        <p:spPr>
          <a:xfrm>
            <a:off x="5944675" y="1852939"/>
            <a:ext cx="2486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42"/>
          <p:cNvSpPr txBox="1">
            <a:spLocks noGrp="1"/>
          </p:cNvSpPr>
          <p:nvPr>
            <p:ph type="subTitle" idx="6"/>
          </p:nvPr>
        </p:nvSpPr>
        <p:spPr>
          <a:xfrm>
            <a:off x="5944675" y="2258539"/>
            <a:ext cx="24861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45" name="Google Shape;245;p42"/>
          <p:cNvSpPr txBox="1">
            <a:spLocks noGrp="1"/>
          </p:cNvSpPr>
          <p:nvPr>
            <p:ph type="subTitle" idx="7"/>
          </p:nvPr>
        </p:nvSpPr>
        <p:spPr>
          <a:xfrm>
            <a:off x="713225" y="3416075"/>
            <a:ext cx="2486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42"/>
          <p:cNvSpPr txBox="1">
            <a:spLocks noGrp="1"/>
          </p:cNvSpPr>
          <p:nvPr>
            <p:ph type="subTitle" idx="8"/>
          </p:nvPr>
        </p:nvSpPr>
        <p:spPr>
          <a:xfrm>
            <a:off x="713225" y="3821675"/>
            <a:ext cx="24861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47" name="Google Shape;247;p42"/>
          <p:cNvSpPr txBox="1">
            <a:spLocks noGrp="1"/>
          </p:cNvSpPr>
          <p:nvPr>
            <p:ph type="subTitle" idx="9"/>
          </p:nvPr>
        </p:nvSpPr>
        <p:spPr>
          <a:xfrm>
            <a:off x="3328950" y="3416075"/>
            <a:ext cx="2486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42"/>
          <p:cNvSpPr txBox="1">
            <a:spLocks noGrp="1"/>
          </p:cNvSpPr>
          <p:nvPr>
            <p:ph type="subTitle" idx="13"/>
          </p:nvPr>
        </p:nvSpPr>
        <p:spPr>
          <a:xfrm>
            <a:off x="3328950" y="3821675"/>
            <a:ext cx="24861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49" name="Google Shape;249;p42"/>
          <p:cNvSpPr txBox="1">
            <a:spLocks noGrp="1"/>
          </p:cNvSpPr>
          <p:nvPr>
            <p:ph type="subTitle" idx="14"/>
          </p:nvPr>
        </p:nvSpPr>
        <p:spPr>
          <a:xfrm>
            <a:off x="5944675" y="3416075"/>
            <a:ext cx="2486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42"/>
          <p:cNvSpPr txBox="1">
            <a:spLocks noGrp="1"/>
          </p:cNvSpPr>
          <p:nvPr>
            <p:ph type="subTitle" idx="15"/>
          </p:nvPr>
        </p:nvSpPr>
        <p:spPr>
          <a:xfrm>
            <a:off x="5944675" y="3821675"/>
            <a:ext cx="24861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51" name="Google Shape;251;p42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2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>
            <a:spLocks noGrp="1"/>
          </p:cNvSpPr>
          <p:nvPr>
            <p:ph type="subTitle" idx="1"/>
          </p:nvPr>
        </p:nvSpPr>
        <p:spPr>
          <a:xfrm>
            <a:off x="3581207" y="1678400"/>
            <a:ext cx="1981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43"/>
          <p:cNvSpPr txBox="1">
            <a:spLocks noGrp="1"/>
          </p:cNvSpPr>
          <p:nvPr>
            <p:ph type="subTitle" idx="2"/>
          </p:nvPr>
        </p:nvSpPr>
        <p:spPr>
          <a:xfrm>
            <a:off x="6060025" y="1589600"/>
            <a:ext cx="23706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55" name="Google Shape;255;p43"/>
          <p:cNvSpPr txBox="1">
            <a:spLocks noGrp="1"/>
          </p:cNvSpPr>
          <p:nvPr>
            <p:ph type="subTitle" idx="3"/>
          </p:nvPr>
        </p:nvSpPr>
        <p:spPr>
          <a:xfrm>
            <a:off x="3581207" y="2163725"/>
            <a:ext cx="1981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6" name="Google Shape;256;p43"/>
          <p:cNvSpPr txBox="1">
            <a:spLocks noGrp="1"/>
          </p:cNvSpPr>
          <p:nvPr>
            <p:ph type="subTitle" idx="4"/>
          </p:nvPr>
        </p:nvSpPr>
        <p:spPr>
          <a:xfrm>
            <a:off x="713375" y="2074925"/>
            <a:ext cx="23706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57" name="Google Shape;257;p43"/>
          <p:cNvSpPr txBox="1">
            <a:spLocks noGrp="1"/>
          </p:cNvSpPr>
          <p:nvPr>
            <p:ph type="subTitle" idx="5"/>
          </p:nvPr>
        </p:nvSpPr>
        <p:spPr>
          <a:xfrm>
            <a:off x="3581207" y="2649050"/>
            <a:ext cx="1981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43"/>
          <p:cNvSpPr txBox="1">
            <a:spLocks noGrp="1"/>
          </p:cNvSpPr>
          <p:nvPr>
            <p:ph type="subTitle" idx="6"/>
          </p:nvPr>
        </p:nvSpPr>
        <p:spPr>
          <a:xfrm>
            <a:off x="6060025" y="2560250"/>
            <a:ext cx="23706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59" name="Google Shape;259;p43"/>
          <p:cNvSpPr txBox="1">
            <a:spLocks noGrp="1"/>
          </p:cNvSpPr>
          <p:nvPr>
            <p:ph type="subTitle" idx="7"/>
          </p:nvPr>
        </p:nvSpPr>
        <p:spPr>
          <a:xfrm>
            <a:off x="3581207" y="3134375"/>
            <a:ext cx="1981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43"/>
          <p:cNvSpPr txBox="1">
            <a:spLocks noGrp="1"/>
          </p:cNvSpPr>
          <p:nvPr>
            <p:ph type="subTitle" idx="8"/>
          </p:nvPr>
        </p:nvSpPr>
        <p:spPr>
          <a:xfrm>
            <a:off x="713375" y="3045575"/>
            <a:ext cx="23706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1" name="Google Shape;261;p43"/>
          <p:cNvSpPr txBox="1">
            <a:spLocks noGrp="1"/>
          </p:cNvSpPr>
          <p:nvPr>
            <p:ph type="subTitle" idx="9"/>
          </p:nvPr>
        </p:nvSpPr>
        <p:spPr>
          <a:xfrm>
            <a:off x="3581207" y="3619700"/>
            <a:ext cx="1981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43"/>
          <p:cNvSpPr txBox="1">
            <a:spLocks noGrp="1"/>
          </p:cNvSpPr>
          <p:nvPr>
            <p:ph type="subTitle" idx="13"/>
          </p:nvPr>
        </p:nvSpPr>
        <p:spPr>
          <a:xfrm>
            <a:off x="6060025" y="3530900"/>
            <a:ext cx="23706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3" name="Google Shape;263;p43"/>
          <p:cNvSpPr txBox="1">
            <a:spLocks noGrp="1"/>
          </p:cNvSpPr>
          <p:nvPr>
            <p:ph type="subTitle" idx="14"/>
          </p:nvPr>
        </p:nvSpPr>
        <p:spPr>
          <a:xfrm>
            <a:off x="3581188" y="4105025"/>
            <a:ext cx="19815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43"/>
          <p:cNvSpPr txBox="1">
            <a:spLocks noGrp="1"/>
          </p:cNvSpPr>
          <p:nvPr>
            <p:ph type="subTitle" idx="15"/>
          </p:nvPr>
        </p:nvSpPr>
        <p:spPr>
          <a:xfrm>
            <a:off x="713375" y="4016225"/>
            <a:ext cx="23706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6" name="Google Shape;266;p43"/>
          <p:cNvSpPr/>
          <p:nvPr/>
        </p:nvSpPr>
        <p:spPr>
          <a:xfrm>
            <a:off x="75" y="0"/>
            <a:ext cx="9144000" cy="57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3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/>
          <p:nvPr/>
        </p:nvSpPr>
        <p:spPr>
          <a:xfrm>
            <a:off x="2275" y="-6400"/>
            <a:ext cx="3230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44"/>
          <p:cNvSpPr/>
          <p:nvPr/>
        </p:nvSpPr>
        <p:spPr>
          <a:xfrm>
            <a:off x="5896500" y="-6400"/>
            <a:ext cx="3247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4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44"/>
          <p:cNvSpPr txBox="1">
            <a:spLocks noGrp="1"/>
          </p:cNvSpPr>
          <p:nvPr>
            <p:ph type="title" hasCustomPrompt="1"/>
          </p:nvPr>
        </p:nvSpPr>
        <p:spPr>
          <a:xfrm>
            <a:off x="1493150" y="2113225"/>
            <a:ext cx="2964000" cy="146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44"/>
          <p:cNvSpPr txBox="1">
            <a:spLocks noGrp="1"/>
          </p:cNvSpPr>
          <p:nvPr>
            <p:ph type="subTitle" idx="1"/>
          </p:nvPr>
        </p:nvSpPr>
        <p:spPr>
          <a:xfrm>
            <a:off x="1493300" y="3521975"/>
            <a:ext cx="29640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4"/>
          <p:cNvSpPr txBox="1">
            <a:spLocks noGrp="1"/>
          </p:cNvSpPr>
          <p:nvPr>
            <p:ph type="title" idx="2" hasCustomPrompt="1"/>
          </p:nvPr>
        </p:nvSpPr>
        <p:spPr>
          <a:xfrm>
            <a:off x="4686675" y="2113225"/>
            <a:ext cx="2964000" cy="146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44"/>
          <p:cNvSpPr txBox="1">
            <a:spLocks noGrp="1"/>
          </p:cNvSpPr>
          <p:nvPr>
            <p:ph type="subTitle" idx="3"/>
          </p:nvPr>
        </p:nvSpPr>
        <p:spPr>
          <a:xfrm>
            <a:off x="4686825" y="3521975"/>
            <a:ext cx="29640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4"/>
          <p:cNvSpPr txBox="1">
            <a:spLocks noGrp="1"/>
          </p:cNvSpPr>
          <p:nvPr>
            <p:ph type="title" idx="4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7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>
            <a:spLocks noGrp="1"/>
          </p:cNvSpPr>
          <p:nvPr>
            <p:ph type="subTitle" idx="1"/>
          </p:nvPr>
        </p:nvSpPr>
        <p:spPr>
          <a:xfrm>
            <a:off x="2088025" y="1318738"/>
            <a:ext cx="3904500" cy="3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78" name="Google Shape;278;p45"/>
          <p:cNvSpPr txBox="1">
            <a:spLocks noGrp="1"/>
          </p:cNvSpPr>
          <p:nvPr>
            <p:ph type="subTitle" idx="2"/>
          </p:nvPr>
        </p:nvSpPr>
        <p:spPr>
          <a:xfrm>
            <a:off x="3002425" y="2753213"/>
            <a:ext cx="3904500" cy="3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79" name="Google Shape;279;p45"/>
          <p:cNvSpPr txBox="1">
            <a:spLocks noGrp="1"/>
          </p:cNvSpPr>
          <p:nvPr>
            <p:ph type="subTitle" idx="3"/>
          </p:nvPr>
        </p:nvSpPr>
        <p:spPr>
          <a:xfrm>
            <a:off x="3916825" y="4187675"/>
            <a:ext cx="3904500" cy="3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80" name="Google Shape;280;p45"/>
          <p:cNvSpPr/>
          <p:nvPr/>
        </p:nvSpPr>
        <p:spPr>
          <a:xfrm>
            <a:off x="0" y="0"/>
            <a:ext cx="1593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5"/>
          <p:cNvSpPr txBox="1">
            <a:spLocks noGrp="1"/>
          </p:cNvSpPr>
          <p:nvPr>
            <p:ph type="title" hasCustomPrompt="1"/>
          </p:nvPr>
        </p:nvSpPr>
        <p:spPr>
          <a:xfrm>
            <a:off x="2088025" y="601525"/>
            <a:ext cx="3904500" cy="7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82" name="Google Shape;282;p45"/>
          <p:cNvSpPr txBox="1">
            <a:spLocks noGrp="1"/>
          </p:cNvSpPr>
          <p:nvPr>
            <p:ph type="title" idx="4" hasCustomPrompt="1"/>
          </p:nvPr>
        </p:nvSpPr>
        <p:spPr>
          <a:xfrm>
            <a:off x="3002425" y="2035913"/>
            <a:ext cx="3904500" cy="7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83" name="Google Shape;283;p45"/>
          <p:cNvSpPr txBox="1">
            <a:spLocks noGrp="1"/>
          </p:cNvSpPr>
          <p:nvPr>
            <p:ph type="title" idx="5" hasCustomPrompt="1"/>
          </p:nvPr>
        </p:nvSpPr>
        <p:spPr>
          <a:xfrm>
            <a:off x="3916825" y="3470375"/>
            <a:ext cx="3904500" cy="7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Playfair Display"/>
              <a:buNone/>
              <a:defRPr sz="4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17_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/>
          <p:nvPr/>
        </p:nvSpPr>
        <p:spPr>
          <a:xfrm>
            <a:off x="3233275" y="0"/>
            <a:ext cx="59106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46"/>
          <p:cNvSpPr/>
          <p:nvPr/>
        </p:nvSpPr>
        <p:spPr>
          <a:xfrm>
            <a:off x="0" y="571500"/>
            <a:ext cx="6522300" cy="400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46"/>
          <p:cNvSpPr txBox="1">
            <a:spLocks noGrp="1"/>
          </p:cNvSpPr>
          <p:nvPr>
            <p:ph type="title" hasCustomPrompt="1"/>
          </p:nvPr>
        </p:nvSpPr>
        <p:spPr>
          <a:xfrm>
            <a:off x="713225" y="1739563"/>
            <a:ext cx="5465400" cy="125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88" name="Google Shape;288;p46"/>
          <p:cNvSpPr txBox="1">
            <a:spLocks noGrp="1"/>
          </p:cNvSpPr>
          <p:nvPr>
            <p:ph type="subTitle" idx="1"/>
          </p:nvPr>
        </p:nvSpPr>
        <p:spPr>
          <a:xfrm>
            <a:off x="1366225" y="2997688"/>
            <a:ext cx="4159500" cy="4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CUSTOM_20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>
            <a:spLocks noGrp="1"/>
          </p:cNvSpPr>
          <p:nvPr>
            <p:ph type="subTitle" idx="1"/>
          </p:nvPr>
        </p:nvSpPr>
        <p:spPr>
          <a:xfrm>
            <a:off x="5872226" y="1130950"/>
            <a:ext cx="2558700" cy="6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91" name="Google Shape;291;p47"/>
          <p:cNvSpPr txBox="1">
            <a:spLocks noGrp="1"/>
          </p:cNvSpPr>
          <p:nvPr>
            <p:ph type="subTitle" idx="2"/>
          </p:nvPr>
        </p:nvSpPr>
        <p:spPr>
          <a:xfrm>
            <a:off x="5872226" y="3701950"/>
            <a:ext cx="2558700" cy="6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92" name="Google Shape;292;p47"/>
          <p:cNvSpPr txBox="1">
            <a:spLocks noGrp="1"/>
          </p:cNvSpPr>
          <p:nvPr>
            <p:ph type="subTitle" idx="3"/>
          </p:nvPr>
        </p:nvSpPr>
        <p:spPr>
          <a:xfrm>
            <a:off x="5872226" y="2416450"/>
            <a:ext cx="2558700" cy="6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93" name="Google Shape;293;p47"/>
          <p:cNvSpPr txBox="1">
            <a:spLocks noGrp="1"/>
          </p:cNvSpPr>
          <p:nvPr>
            <p:ph type="title" hasCustomPrompt="1"/>
          </p:nvPr>
        </p:nvSpPr>
        <p:spPr>
          <a:xfrm>
            <a:off x="3421825" y="571500"/>
            <a:ext cx="2316000" cy="14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94" name="Google Shape;294;p47"/>
          <p:cNvSpPr txBox="1">
            <a:spLocks noGrp="1"/>
          </p:cNvSpPr>
          <p:nvPr>
            <p:ph type="title" idx="4" hasCustomPrompt="1"/>
          </p:nvPr>
        </p:nvSpPr>
        <p:spPr>
          <a:xfrm>
            <a:off x="3421825" y="1857000"/>
            <a:ext cx="2316000" cy="14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95" name="Google Shape;295;p47"/>
          <p:cNvSpPr txBox="1">
            <a:spLocks noGrp="1"/>
          </p:cNvSpPr>
          <p:nvPr>
            <p:ph type="title" idx="5" hasCustomPrompt="1"/>
          </p:nvPr>
        </p:nvSpPr>
        <p:spPr>
          <a:xfrm>
            <a:off x="3421825" y="3142500"/>
            <a:ext cx="2316000" cy="14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7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296" name="Google Shape;296;p47"/>
          <p:cNvSpPr/>
          <p:nvPr/>
        </p:nvSpPr>
        <p:spPr>
          <a:xfrm>
            <a:off x="-9100" y="0"/>
            <a:ext cx="3242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4">
  <p:cSld name="TITLE_AND_TWO_COLUMNS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/>
          <p:nvPr/>
        </p:nvSpPr>
        <p:spPr>
          <a:xfrm>
            <a:off x="0" y="-22125"/>
            <a:ext cx="9162000" cy="5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48"/>
          <p:cNvSpPr/>
          <p:nvPr/>
        </p:nvSpPr>
        <p:spPr>
          <a:xfrm>
            <a:off x="0" y="-35875"/>
            <a:ext cx="7152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8"/>
          <p:cNvSpPr/>
          <p:nvPr/>
        </p:nvSpPr>
        <p:spPr>
          <a:xfrm>
            <a:off x="8428800" y="-18000"/>
            <a:ext cx="715200" cy="517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8"/>
          <p:cNvSpPr txBox="1">
            <a:spLocks noGrp="1"/>
          </p:cNvSpPr>
          <p:nvPr>
            <p:ph type="subTitle" idx="1"/>
          </p:nvPr>
        </p:nvSpPr>
        <p:spPr>
          <a:xfrm>
            <a:off x="715125" y="4002275"/>
            <a:ext cx="2265600" cy="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48"/>
          <p:cNvSpPr txBox="1">
            <a:spLocks noGrp="1"/>
          </p:cNvSpPr>
          <p:nvPr>
            <p:ph type="subTitle" idx="2"/>
          </p:nvPr>
        </p:nvSpPr>
        <p:spPr>
          <a:xfrm>
            <a:off x="3152788" y="4002275"/>
            <a:ext cx="2265600" cy="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48"/>
          <p:cNvSpPr txBox="1">
            <a:spLocks noGrp="1"/>
          </p:cNvSpPr>
          <p:nvPr>
            <p:ph type="title" hasCustomPrompt="1"/>
          </p:nvPr>
        </p:nvSpPr>
        <p:spPr>
          <a:xfrm>
            <a:off x="977775" y="1923282"/>
            <a:ext cx="1740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48"/>
          <p:cNvSpPr txBox="1">
            <a:spLocks noGrp="1"/>
          </p:cNvSpPr>
          <p:nvPr>
            <p:ph type="title" idx="3" hasCustomPrompt="1"/>
          </p:nvPr>
        </p:nvSpPr>
        <p:spPr>
          <a:xfrm>
            <a:off x="3415413" y="1923282"/>
            <a:ext cx="1740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Font typeface="Playfair Display"/>
              <a:buNone/>
              <a:defRPr sz="4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305" name="Google Shape;305;p48"/>
          <p:cNvSpPr txBox="1">
            <a:spLocks noGrp="1"/>
          </p:cNvSpPr>
          <p:nvPr>
            <p:ph type="subTitle" idx="4"/>
          </p:nvPr>
        </p:nvSpPr>
        <p:spPr>
          <a:xfrm>
            <a:off x="715125" y="1393500"/>
            <a:ext cx="22656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6" name="Google Shape;306;p48"/>
          <p:cNvSpPr txBox="1">
            <a:spLocks noGrp="1"/>
          </p:cNvSpPr>
          <p:nvPr>
            <p:ph type="subTitle" idx="5"/>
          </p:nvPr>
        </p:nvSpPr>
        <p:spPr>
          <a:xfrm>
            <a:off x="3152788" y="1393500"/>
            <a:ext cx="22656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7" name="Google Shape;307;p48"/>
          <p:cNvSpPr txBox="1">
            <a:spLocks noGrp="1"/>
          </p:cNvSpPr>
          <p:nvPr>
            <p:ph type="title" idx="6"/>
          </p:nvPr>
        </p:nvSpPr>
        <p:spPr>
          <a:xfrm>
            <a:off x="713225" y="868675"/>
            <a:ext cx="77175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5">
  <p:cSld name="BIG_NUMBER_1">
    <p:bg>
      <p:bgPr>
        <a:solidFill>
          <a:schemeClr val="dk2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/>
          <p:nvPr/>
        </p:nvSpPr>
        <p:spPr>
          <a:xfrm>
            <a:off x="713225" y="539500"/>
            <a:ext cx="7717500" cy="4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49"/>
          <p:cNvSpPr txBox="1">
            <a:spLocks noGrp="1"/>
          </p:cNvSpPr>
          <p:nvPr>
            <p:ph type="title" hasCustomPrompt="1"/>
          </p:nvPr>
        </p:nvSpPr>
        <p:spPr>
          <a:xfrm>
            <a:off x="4905202" y="1543250"/>
            <a:ext cx="3194700" cy="146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311" name="Google Shape;311;p49"/>
          <p:cNvSpPr txBox="1">
            <a:spLocks noGrp="1"/>
          </p:cNvSpPr>
          <p:nvPr>
            <p:ph type="subTitle" idx="1"/>
          </p:nvPr>
        </p:nvSpPr>
        <p:spPr>
          <a:xfrm>
            <a:off x="4905200" y="3032050"/>
            <a:ext cx="31947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2_1">
    <p:bg>
      <p:bgPr>
        <a:solidFill>
          <a:schemeClr val="dk2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>
            <a:spLocks noGrp="1"/>
          </p:cNvSpPr>
          <p:nvPr>
            <p:ph type="subTitle" idx="1"/>
          </p:nvPr>
        </p:nvSpPr>
        <p:spPr>
          <a:xfrm>
            <a:off x="713225" y="2576700"/>
            <a:ext cx="3904500" cy="10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4" name="Google Shape;314;p50"/>
          <p:cNvSpPr txBox="1"/>
          <p:nvPr/>
        </p:nvSpPr>
        <p:spPr>
          <a:xfrm>
            <a:off x="5060875" y="3721805"/>
            <a:ext cx="33699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</a:t>
            </a:r>
            <a:r>
              <a:rPr lang="en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endParaRPr sz="1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50"/>
          <p:cNvSpPr txBox="1">
            <a:spLocks noGrp="1"/>
          </p:cNvSpPr>
          <p:nvPr>
            <p:ph type="title"/>
          </p:nvPr>
        </p:nvSpPr>
        <p:spPr>
          <a:xfrm>
            <a:off x="713225" y="1357500"/>
            <a:ext cx="3904500" cy="10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Playfair Display"/>
              <a:buNone/>
              <a:defRPr sz="75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75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_2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/>
          <p:nvPr/>
        </p:nvSpPr>
        <p:spPr>
          <a:xfrm>
            <a:off x="0" y="0"/>
            <a:ext cx="2461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51"/>
          <p:cNvSpPr/>
          <p:nvPr/>
        </p:nvSpPr>
        <p:spPr>
          <a:xfrm flipH="1">
            <a:off x="2326200" y="1459050"/>
            <a:ext cx="6817800" cy="222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_2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2"/>
          <p:cNvSpPr/>
          <p:nvPr/>
        </p:nvSpPr>
        <p:spPr>
          <a:xfrm flipH="1">
            <a:off x="177" y="0"/>
            <a:ext cx="4846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52"/>
          <p:cNvSpPr/>
          <p:nvPr/>
        </p:nvSpPr>
        <p:spPr>
          <a:xfrm flipH="1">
            <a:off x="8406475" y="0"/>
            <a:ext cx="737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fair Display"/>
              <a:buNone/>
              <a:defRPr sz="2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8302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eeland-international-grocery.odoo.com/odoo/inventory/2/action-538?cids=1" TargetMode="External"/><Relationship Id="rId4" Type="http://schemas.openxmlformats.org/officeDocument/2006/relationships/hyperlink" Target="https://geeland-international-grocery.odoo.com/odoo/point-of-sale?cids=1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eeland-international-grocery.odoo.com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3"/>
          <p:cNvSpPr txBox="1">
            <a:spLocks noGrp="1"/>
          </p:cNvSpPr>
          <p:nvPr>
            <p:ph type="ctrTitle"/>
          </p:nvPr>
        </p:nvSpPr>
        <p:spPr>
          <a:xfrm>
            <a:off x="4195400" y="1510575"/>
            <a:ext cx="4692600" cy="165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MIS Recommendation</a:t>
            </a:r>
            <a:r>
              <a:rPr lang="en" sz="3000" b="1">
                <a:solidFill>
                  <a:schemeClr val="dk1"/>
                </a:solidFill>
              </a:rPr>
              <a:t> </a:t>
            </a:r>
            <a:r>
              <a:rPr lang="en" sz="3000">
                <a:solidFill>
                  <a:schemeClr val="dk1"/>
                </a:solidFill>
              </a:rPr>
              <a:t>for</a:t>
            </a:r>
            <a:r>
              <a:rPr lang="en" sz="3000" b="1">
                <a:solidFill>
                  <a:schemeClr val="dk1"/>
                </a:solidFill>
              </a:rPr>
              <a:t> Geeland International Grocery</a:t>
            </a:r>
            <a:endParaRPr sz="3000" b="1">
              <a:solidFill>
                <a:schemeClr val="dk1"/>
              </a:solidFill>
            </a:endParaRPr>
          </a:p>
        </p:txBody>
      </p:sp>
      <p:pic>
        <p:nvPicPr>
          <p:cNvPr id="327" name="Google Shape;327;p53"/>
          <p:cNvPicPr preferRelativeResize="0"/>
          <p:nvPr/>
        </p:nvPicPr>
        <p:blipFill rotWithShape="1">
          <a:blip r:embed="rId3">
            <a:alphaModFix/>
          </a:blip>
          <a:srcRect l="62598" t="6256" b="6247"/>
          <a:stretch/>
        </p:blipFill>
        <p:spPr>
          <a:xfrm>
            <a:off x="667500" y="571500"/>
            <a:ext cx="25611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7050" y="3364250"/>
            <a:ext cx="1384375" cy="98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 txBox="1">
            <a:spLocks noGrp="1"/>
          </p:cNvSpPr>
          <p:nvPr>
            <p:ph type="title"/>
          </p:nvPr>
        </p:nvSpPr>
        <p:spPr>
          <a:xfrm rot="2310">
            <a:off x="1139423" y="1019473"/>
            <a:ext cx="892800" cy="4965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2"/>
                </a:solidFill>
              </a:rPr>
              <a:t>01</a:t>
            </a:r>
            <a:endParaRPr sz="2200" b="1">
              <a:solidFill>
                <a:schemeClr val="dk2"/>
              </a:solidFill>
            </a:endParaRPr>
          </a:p>
        </p:txBody>
      </p:sp>
      <p:sp>
        <p:nvSpPr>
          <p:cNvPr id="334" name="Google Shape;334;p54"/>
          <p:cNvSpPr txBox="1">
            <a:spLocks noGrp="1"/>
          </p:cNvSpPr>
          <p:nvPr>
            <p:ph type="title" idx="2"/>
          </p:nvPr>
        </p:nvSpPr>
        <p:spPr>
          <a:xfrm rot="2310">
            <a:off x="1139348" y="2574203"/>
            <a:ext cx="892800" cy="5688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2"/>
                </a:solidFill>
              </a:rPr>
              <a:t>03</a:t>
            </a:r>
            <a:endParaRPr sz="2200" b="1">
              <a:solidFill>
                <a:schemeClr val="dk2"/>
              </a:solidFill>
            </a:endParaRPr>
          </a:p>
        </p:txBody>
      </p:sp>
      <p:sp>
        <p:nvSpPr>
          <p:cNvPr id="335" name="Google Shape;335;p54"/>
          <p:cNvSpPr txBox="1">
            <a:spLocks noGrp="1"/>
          </p:cNvSpPr>
          <p:nvPr>
            <p:ph type="title" idx="4"/>
          </p:nvPr>
        </p:nvSpPr>
        <p:spPr>
          <a:xfrm rot="2310">
            <a:off x="1139423" y="1796862"/>
            <a:ext cx="892800" cy="5688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2"/>
                </a:solidFill>
                <a:highlight>
                  <a:schemeClr val="lt1"/>
                </a:highlight>
              </a:rPr>
              <a:t>02</a:t>
            </a:r>
            <a:endParaRPr sz="2200" b="1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36" name="Google Shape;336;p54"/>
          <p:cNvSpPr txBox="1">
            <a:spLocks noGrp="1"/>
          </p:cNvSpPr>
          <p:nvPr>
            <p:ph type="title" idx="6"/>
          </p:nvPr>
        </p:nvSpPr>
        <p:spPr>
          <a:xfrm rot="2310">
            <a:off x="1139423" y="3351575"/>
            <a:ext cx="892800" cy="4965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2"/>
                </a:solidFill>
              </a:rPr>
              <a:t>04</a:t>
            </a:r>
            <a:endParaRPr sz="2200" b="1">
              <a:solidFill>
                <a:schemeClr val="dk2"/>
              </a:solidFill>
            </a:endParaRPr>
          </a:p>
        </p:txBody>
      </p:sp>
      <p:sp>
        <p:nvSpPr>
          <p:cNvPr id="337" name="Google Shape;337;p54"/>
          <p:cNvSpPr txBox="1">
            <a:spLocks noGrp="1"/>
          </p:cNvSpPr>
          <p:nvPr>
            <p:ph type="subTitle" idx="8"/>
          </p:nvPr>
        </p:nvSpPr>
        <p:spPr>
          <a:xfrm>
            <a:off x="2208150" y="1037331"/>
            <a:ext cx="2847300" cy="55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Organization</a:t>
            </a:r>
            <a:endParaRPr sz="2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8" name="Google Shape;338;p54"/>
          <p:cNvSpPr txBox="1">
            <a:spLocks noGrp="1"/>
          </p:cNvSpPr>
          <p:nvPr>
            <p:ph type="title" idx="15"/>
          </p:nvPr>
        </p:nvSpPr>
        <p:spPr>
          <a:xfrm>
            <a:off x="713250" y="157800"/>
            <a:ext cx="77175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Montserrat SemiBold"/>
                <a:ea typeface="Montserrat SemiBold"/>
                <a:cs typeface="Montserrat SemiBold"/>
                <a:sym typeface="Montserrat SemiBold"/>
              </a:rPr>
              <a:t>TABLE OF CONTENTS</a:t>
            </a:r>
            <a:endParaRPr b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9" name="Google Shape;339;p54">
            <a:hlinkClick r:id="" action="ppaction://noaction"/>
          </p:cNvPr>
          <p:cNvSpPr/>
          <p:nvPr/>
        </p:nvSpPr>
        <p:spPr>
          <a:xfrm>
            <a:off x="233824" y="4688491"/>
            <a:ext cx="250251" cy="230730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54"/>
          <p:cNvSpPr txBox="1">
            <a:spLocks noGrp="1"/>
          </p:cNvSpPr>
          <p:nvPr>
            <p:ph type="title" idx="6"/>
          </p:nvPr>
        </p:nvSpPr>
        <p:spPr>
          <a:xfrm rot="2310">
            <a:off x="1139423" y="4128947"/>
            <a:ext cx="892800" cy="4965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2"/>
                </a:solidFill>
              </a:rPr>
              <a:t>05</a:t>
            </a:r>
            <a:endParaRPr sz="2200" b="1">
              <a:solidFill>
                <a:schemeClr val="dk2"/>
              </a:solidFill>
            </a:endParaRPr>
          </a:p>
        </p:txBody>
      </p:sp>
      <p:sp>
        <p:nvSpPr>
          <p:cNvPr id="341" name="Google Shape;341;p54"/>
          <p:cNvSpPr txBox="1">
            <a:spLocks noGrp="1"/>
          </p:cNvSpPr>
          <p:nvPr>
            <p:ph type="subTitle" idx="8"/>
          </p:nvPr>
        </p:nvSpPr>
        <p:spPr>
          <a:xfrm>
            <a:off x="2208150" y="1850607"/>
            <a:ext cx="2329800" cy="49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Operations</a:t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2" name="Google Shape;342;p54"/>
          <p:cNvSpPr txBox="1">
            <a:spLocks noGrp="1"/>
          </p:cNvSpPr>
          <p:nvPr>
            <p:ph type="subTitle" idx="8"/>
          </p:nvPr>
        </p:nvSpPr>
        <p:spPr>
          <a:xfrm>
            <a:off x="2208150" y="2600940"/>
            <a:ext cx="2847300" cy="49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Database Design</a:t>
            </a:r>
            <a:endParaRPr sz="2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3" name="Google Shape;343;p54"/>
          <p:cNvSpPr txBox="1">
            <a:spLocks noGrp="1"/>
          </p:cNvSpPr>
          <p:nvPr>
            <p:ph type="subTitle" idx="8"/>
          </p:nvPr>
        </p:nvSpPr>
        <p:spPr>
          <a:xfrm>
            <a:off x="2208150" y="3364790"/>
            <a:ext cx="3481800" cy="49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MIS Recommendation</a:t>
            </a:r>
            <a:endParaRPr sz="2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4" name="Google Shape;344;p54"/>
          <p:cNvSpPr txBox="1">
            <a:spLocks noGrp="1"/>
          </p:cNvSpPr>
          <p:nvPr>
            <p:ph type="subTitle" idx="8"/>
          </p:nvPr>
        </p:nvSpPr>
        <p:spPr>
          <a:xfrm>
            <a:off x="2208150" y="4128641"/>
            <a:ext cx="2932800" cy="49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E-Commerce</a:t>
            </a:r>
            <a:endParaRPr sz="2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5"/>
          <p:cNvSpPr txBox="1">
            <a:spLocks noGrp="1"/>
          </p:cNvSpPr>
          <p:nvPr>
            <p:ph type="subTitle" idx="1"/>
          </p:nvPr>
        </p:nvSpPr>
        <p:spPr>
          <a:xfrm>
            <a:off x="3343700" y="2227500"/>
            <a:ext cx="2864100" cy="688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Organization</a:t>
            </a:r>
            <a:endParaRPr sz="3500">
              <a:solidFill>
                <a:schemeClr val="accent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350" name="Google Shape;350;p55"/>
          <p:cNvSpPr txBox="1"/>
          <p:nvPr/>
        </p:nvSpPr>
        <p:spPr>
          <a:xfrm>
            <a:off x="2323175" y="2227497"/>
            <a:ext cx="711600" cy="631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A6BFA5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01</a:t>
            </a:r>
            <a:endParaRPr sz="4200">
              <a:solidFill>
                <a:srgbClr val="A6BFA5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6"/>
          <p:cNvSpPr txBox="1"/>
          <p:nvPr/>
        </p:nvSpPr>
        <p:spPr>
          <a:xfrm>
            <a:off x="346125" y="299850"/>
            <a:ext cx="63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Context and General Information</a:t>
            </a:r>
            <a:endParaRPr sz="22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56" name="Google Shape;356;p56"/>
          <p:cNvSpPr txBox="1"/>
          <p:nvPr/>
        </p:nvSpPr>
        <p:spPr>
          <a:xfrm>
            <a:off x="429625" y="1026300"/>
            <a:ext cx="7389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Geeland International Grocery is a family-owned specialty grocery store situated at 1620 Walkley Road in Ottawa, Ontario, offering a diverse array of international food products. It caters to Ottawa's multicultural community, providing a unique shopping experience focused on authentic global flavors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7" name="Google Shape;35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6596" y="46100"/>
            <a:ext cx="1140429" cy="9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6"/>
          <p:cNvSpPr txBox="1"/>
          <p:nvPr/>
        </p:nvSpPr>
        <p:spPr>
          <a:xfrm>
            <a:off x="429625" y="2371650"/>
            <a:ext cx="365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Industry </a:t>
            </a: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	Retail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56"/>
          <p:cNvSpPr txBox="1"/>
          <p:nvPr/>
        </p:nvSpPr>
        <p:spPr>
          <a:xfrm>
            <a:off x="429625" y="2913138"/>
            <a:ext cx="638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Economic Group </a:t>
            </a: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Small to Medium-sized Enterprises(SMEs)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56"/>
          <p:cNvSpPr txBox="1"/>
          <p:nvPr/>
        </p:nvSpPr>
        <p:spPr>
          <a:xfrm>
            <a:off x="429625" y="3454625"/>
            <a:ext cx="638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Competitors </a:t>
            </a: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Local retail chains, online retailers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56"/>
          <p:cNvSpPr txBox="1"/>
          <p:nvPr/>
        </p:nvSpPr>
        <p:spPr>
          <a:xfrm>
            <a:off x="429625" y="4016150"/>
            <a:ext cx="638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Incumbents </a:t>
            </a: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Walmart, Costco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7"/>
          <p:cNvSpPr txBox="1"/>
          <p:nvPr/>
        </p:nvSpPr>
        <p:spPr>
          <a:xfrm>
            <a:off x="346125" y="299850"/>
            <a:ext cx="63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Organization Chart</a:t>
            </a:r>
            <a:endParaRPr sz="22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67" name="Google Shape;36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6596" y="46100"/>
            <a:ext cx="1140429" cy="9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1075" y="967100"/>
            <a:ext cx="6422700" cy="35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"/>
          <p:cNvSpPr txBox="1"/>
          <p:nvPr/>
        </p:nvSpPr>
        <p:spPr>
          <a:xfrm>
            <a:off x="179125" y="116150"/>
            <a:ext cx="63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Strategy</a:t>
            </a:r>
            <a:endParaRPr sz="22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74" name="Google Shape;37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25" y="46100"/>
            <a:ext cx="1050900" cy="9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5225" y="949350"/>
            <a:ext cx="5653549" cy="40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8"/>
          <p:cNvSpPr txBox="1"/>
          <p:nvPr/>
        </p:nvSpPr>
        <p:spPr>
          <a:xfrm>
            <a:off x="179125" y="639350"/>
            <a:ext cx="3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Business Motivation Model (BMM)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9"/>
          <p:cNvSpPr txBox="1"/>
          <p:nvPr/>
        </p:nvSpPr>
        <p:spPr>
          <a:xfrm>
            <a:off x="179125" y="116150"/>
            <a:ext cx="63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Strategy</a:t>
            </a:r>
            <a:endParaRPr sz="22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82" name="Google Shape;38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25" y="46100"/>
            <a:ext cx="1050900" cy="9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9"/>
          <p:cNvSpPr txBox="1"/>
          <p:nvPr/>
        </p:nvSpPr>
        <p:spPr>
          <a:xfrm>
            <a:off x="179125" y="639350"/>
            <a:ext cx="3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   Canvas Model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4" name="Google Shape;38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775" y="1060850"/>
            <a:ext cx="6808979" cy="383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60"/>
          <p:cNvPicPr preferRelativeResize="0"/>
          <p:nvPr/>
        </p:nvPicPr>
        <p:blipFill rotWithShape="1">
          <a:blip r:embed="rId3">
            <a:alphaModFix/>
          </a:blip>
          <a:srcRect l="-550" r="549"/>
          <a:stretch/>
        </p:blipFill>
        <p:spPr>
          <a:xfrm>
            <a:off x="1539025" y="891975"/>
            <a:ext cx="6065925" cy="4251524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0"/>
          <p:cNvSpPr txBox="1"/>
          <p:nvPr/>
        </p:nvSpPr>
        <p:spPr>
          <a:xfrm>
            <a:off x="179125" y="116150"/>
            <a:ext cx="63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Strategy</a:t>
            </a:r>
            <a:endParaRPr sz="22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91" name="Google Shape;39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6125" y="46100"/>
            <a:ext cx="1050900" cy="9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0"/>
          <p:cNvSpPr txBox="1"/>
          <p:nvPr/>
        </p:nvSpPr>
        <p:spPr>
          <a:xfrm>
            <a:off x="179125" y="580050"/>
            <a:ext cx="3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   Value System Model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1"/>
          <p:cNvSpPr txBox="1"/>
          <p:nvPr/>
        </p:nvSpPr>
        <p:spPr>
          <a:xfrm>
            <a:off x="179125" y="116150"/>
            <a:ext cx="63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Strategy</a:t>
            </a:r>
            <a:endParaRPr sz="22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98" name="Google Shape;39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25" y="46100"/>
            <a:ext cx="1050900" cy="9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1"/>
          <p:cNvSpPr txBox="1"/>
          <p:nvPr/>
        </p:nvSpPr>
        <p:spPr>
          <a:xfrm>
            <a:off x="234625" y="537575"/>
            <a:ext cx="3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   Capability Analysis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0" name="Google Shape;40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675" y="847600"/>
            <a:ext cx="7260895" cy="413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2"/>
          <p:cNvSpPr txBox="1">
            <a:spLocks noGrp="1"/>
          </p:cNvSpPr>
          <p:nvPr>
            <p:ph type="subTitle" idx="1"/>
          </p:nvPr>
        </p:nvSpPr>
        <p:spPr>
          <a:xfrm>
            <a:off x="3552450" y="2144000"/>
            <a:ext cx="2763900" cy="688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Operations</a:t>
            </a:r>
            <a:endParaRPr sz="3500">
              <a:solidFill>
                <a:schemeClr val="accent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406" name="Google Shape;406;p62"/>
          <p:cNvSpPr txBox="1"/>
          <p:nvPr/>
        </p:nvSpPr>
        <p:spPr>
          <a:xfrm>
            <a:off x="2498500" y="2200697"/>
            <a:ext cx="711600" cy="631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A6BFA5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02</a:t>
            </a:r>
            <a:endParaRPr sz="3700">
              <a:solidFill>
                <a:srgbClr val="A6BFA5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3"/>
          <p:cNvSpPr txBox="1">
            <a:spLocks noGrp="1"/>
          </p:cNvSpPr>
          <p:nvPr>
            <p:ph type="subTitle" idx="1"/>
          </p:nvPr>
        </p:nvSpPr>
        <p:spPr>
          <a:xfrm flipH="1">
            <a:off x="180875" y="225975"/>
            <a:ext cx="43986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Playfair Display"/>
                <a:ea typeface="Playfair Display"/>
                <a:cs typeface="Playfair Display"/>
                <a:sym typeface="Playfair Display"/>
              </a:rPr>
              <a:t>Process Identification</a:t>
            </a:r>
            <a:endParaRPr sz="2200"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2" name="Google Shape;412;p63"/>
          <p:cNvSpPr txBox="1"/>
          <p:nvPr/>
        </p:nvSpPr>
        <p:spPr>
          <a:xfrm>
            <a:off x="180875" y="909400"/>
            <a:ext cx="359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fair Display"/>
              <a:buAutoNum type="alphaUcPeriod"/>
            </a:pPr>
            <a:r>
              <a:rPr lang="en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Order to Cash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3" name="Google Shape;413;p63"/>
          <p:cNvSpPr txBox="1"/>
          <p:nvPr/>
        </p:nvSpPr>
        <p:spPr>
          <a:xfrm>
            <a:off x="180875" y="1358550"/>
            <a:ext cx="37755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Customer Order Placement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Order Processing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Fulfilling orders by selecting items from inventory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Payment Processing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Delivery/Pickup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Order Completion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4" name="Google Shape;41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825" y="806850"/>
            <a:ext cx="5239175" cy="3305447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4"/>
          <p:cNvSpPr txBox="1">
            <a:spLocks noGrp="1"/>
          </p:cNvSpPr>
          <p:nvPr>
            <p:ph type="subTitle" idx="1"/>
          </p:nvPr>
        </p:nvSpPr>
        <p:spPr>
          <a:xfrm flipH="1">
            <a:off x="180875" y="225975"/>
            <a:ext cx="43986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Playfair Display"/>
                <a:ea typeface="Playfair Display"/>
                <a:cs typeface="Playfair Display"/>
                <a:sym typeface="Playfair Display"/>
              </a:rPr>
              <a:t>Process Identification</a:t>
            </a:r>
            <a:endParaRPr sz="2200"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20" name="Google Shape;420;p64"/>
          <p:cNvSpPr txBox="1"/>
          <p:nvPr/>
        </p:nvSpPr>
        <p:spPr>
          <a:xfrm>
            <a:off x="180875" y="875850"/>
            <a:ext cx="359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B.      Procure to Pay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21" name="Google Shape;421;p64"/>
          <p:cNvSpPr txBox="1"/>
          <p:nvPr/>
        </p:nvSpPr>
        <p:spPr>
          <a:xfrm>
            <a:off x="180875" y="1347450"/>
            <a:ext cx="3998400" cy="26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Identify Procurement Needs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Supplier Selection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Initiating purchase orders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Receiving deliveries from suppliers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Verifying received goods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Invoice Verification &amp; Approval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Processing payments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Record Keeping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2" name="Google Shape;42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9125" y="742275"/>
            <a:ext cx="4995500" cy="369017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5"/>
          <p:cNvSpPr txBox="1"/>
          <p:nvPr/>
        </p:nvSpPr>
        <p:spPr>
          <a:xfrm>
            <a:off x="346125" y="299850"/>
            <a:ext cx="63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Process Mapping</a:t>
            </a:r>
            <a:endParaRPr sz="22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28" name="Google Shape;42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6596" y="46100"/>
            <a:ext cx="1140429" cy="1021937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65"/>
          <p:cNvSpPr txBox="1"/>
          <p:nvPr/>
        </p:nvSpPr>
        <p:spPr>
          <a:xfrm>
            <a:off x="621650" y="1747043"/>
            <a:ext cx="1628100" cy="40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Strategy Process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65"/>
          <p:cNvSpPr txBox="1"/>
          <p:nvPr/>
        </p:nvSpPr>
        <p:spPr>
          <a:xfrm>
            <a:off x="3774600" y="1747043"/>
            <a:ext cx="1594800" cy="40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Core Process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65"/>
          <p:cNvSpPr txBox="1"/>
          <p:nvPr/>
        </p:nvSpPr>
        <p:spPr>
          <a:xfrm>
            <a:off x="6669175" y="1747043"/>
            <a:ext cx="1561500" cy="4002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Support Process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65"/>
          <p:cNvSpPr txBox="1"/>
          <p:nvPr/>
        </p:nvSpPr>
        <p:spPr>
          <a:xfrm>
            <a:off x="145725" y="2479090"/>
            <a:ext cx="2864100" cy="1046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Analyzing market trends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Customer preferences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Competitor strategies</a:t>
            </a:r>
            <a:endParaRPr/>
          </a:p>
        </p:txBody>
      </p:sp>
      <p:sp>
        <p:nvSpPr>
          <p:cNvPr id="433" name="Google Shape;433;p65"/>
          <p:cNvSpPr txBox="1"/>
          <p:nvPr/>
        </p:nvSpPr>
        <p:spPr>
          <a:xfrm>
            <a:off x="3268125" y="2479090"/>
            <a:ext cx="2730300" cy="1046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Order fulfillment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Procurement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Sales and Marketing</a:t>
            </a:r>
            <a:endParaRPr/>
          </a:p>
        </p:txBody>
      </p:sp>
      <p:sp>
        <p:nvSpPr>
          <p:cNvPr id="434" name="Google Shape;434;p65"/>
          <p:cNvSpPr txBox="1"/>
          <p:nvPr/>
        </p:nvSpPr>
        <p:spPr>
          <a:xfrm>
            <a:off x="6256725" y="2479090"/>
            <a:ext cx="2730300" cy="1046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Human Resources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Financial Management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Support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6"/>
          <p:cNvSpPr txBox="1">
            <a:spLocks noGrp="1"/>
          </p:cNvSpPr>
          <p:nvPr>
            <p:ph type="subTitle" idx="1"/>
          </p:nvPr>
        </p:nvSpPr>
        <p:spPr>
          <a:xfrm>
            <a:off x="3026400" y="2227500"/>
            <a:ext cx="3757500" cy="688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Database Design</a:t>
            </a:r>
            <a:endParaRPr sz="3500">
              <a:solidFill>
                <a:schemeClr val="accent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440" name="Google Shape;440;p66"/>
          <p:cNvSpPr txBox="1"/>
          <p:nvPr/>
        </p:nvSpPr>
        <p:spPr>
          <a:xfrm>
            <a:off x="2197900" y="2255847"/>
            <a:ext cx="711600" cy="631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A6BFA5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03</a:t>
            </a:r>
            <a:endParaRPr sz="3700">
              <a:solidFill>
                <a:srgbClr val="A6BFA5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7"/>
          <p:cNvSpPr txBox="1"/>
          <p:nvPr/>
        </p:nvSpPr>
        <p:spPr>
          <a:xfrm>
            <a:off x="129025" y="102525"/>
            <a:ext cx="63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Entity Relationship Diagram</a:t>
            </a:r>
            <a:endParaRPr sz="22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46" name="Google Shape;44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25" y="46100"/>
            <a:ext cx="1050900" cy="9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6850" y="709000"/>
            <a:ext cx="5402325" cy="4316876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8"/>
          <p:cNvSpPr txBox="1">
            <a:spLocks noGrp="1"/>
          </p:cNvSpPr>
          <p:nvPr>
            <p:ph type="subTitle" idx="1"/>
          </p:nvPr>
        </p:nvSpPr>
        <p:spPr>
          <a:xfrm>
            <a:off x="2809325" y="2199450"/>
            <a:ext cx="5193600" cy="688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MIS Recommendation</a:t>
            </a:r>
            <a:endParaRPr sz="3500">
              <a:solidFill>
                <a:schemeClr val="accent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453" name="Google Shape;453;p68"/>
          <p:cNvSpPr txBox="1"/>
          <p:nvPr/>
        </p:nvSpPr>
        <p:spPr>
          <a:xfrm>
            <a:off x="1997525" y="2227647"/>
            <a:ext cx="711600" cy="631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A6BFA5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04</a:t>
            </a:r>
            <a:endParaRPr sz="3700">
              <a:solidFill>
                <a:srgbClr val="A6BFA5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9"/>
          <p:cNvSpPr txBox="1"/>
          <p:nvPr/>
        </p:nvSpPr>
        <p:spPr>
          <a:xfrm>
            <a:off x="170775" y="426150"/>
            <a:ext cx="63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Areas</a:t>
            </a:r>
            <a:endParaRPr sz="22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9" name="Google Shape;459;p69"/>
          <p:cNvSpPr txBox="1"/>
          <p:nvPr/>
        </p:nvSpPr>
        <p:spPr>
          <a:xfrm>
            <a:off x="254250" y="1669225"/>
            <a:ext cx="70806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Lacks an efficient point-of-sale (POS) system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Lacks a structured approach to managing customer relationships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Lacks comprehensive insights into its sales performance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Inefficient invoicing and payment processes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0" name="Google Shape;46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3100" y="0"/>
            <a:ext cx="1050900" cy="9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0"/>
          <p:cNvSpPr txBox="1"/>
          <p:nvPr/>
        </p:nvSpPr>
        <p:spPr>
          <a:xfrm>
            <a:off x="170775" y="426150"/>
            <a:ext cx="6387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Proposed Solution</a:t>
            </a:r>
            <a:endParaRPr sz="22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6" name="Google Shape;466;p70"/>
          <p:cNvSpPr txBox="1"/>
          <p:nvPr/>
        </p:nvSpPr>
        <p:spPr>
          <a:xfrm>
            <a:off x="379525" y="1551750"/>
            <a:ext cx="83499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Odoo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Odoo is an open-source enterprise resource planning (ERP) software that offers centralized data management, automated reporting, advanced analytics, forecasting capabilities, and seamless integration, all of which streamline operations and enhance efficiency.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70"/>
          <p:cNvSpPr txBox="1"/>
          <p:nvPr/>
        </p:nvSpPr>
        <p:spPr>
          <a:xfrm>
            <a:off x="379525" y="1080913"/>
            <a:ext cx="116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Platform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70"/>
          <p:cNvSpPr txBox="1"/>
          <p:nvPr/>
        </p:nvSpPr>
        <p:spPr>
          <a:xfrm>
            <a:off x="379525" y="2638175"/>
            <a:ext cx="469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Why Odoo for Geeland International Grocery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70"/>
          <p:cNvSpPr txBox="1"/>
          <p:nvPr/>
        </p:nvSpPr>
        <p:spPr>
          <a:xfrm>
            <a:off x="463025" y="3109000"/>
            <a:ext cx="84084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Odoo centralizes sales, inventory, and customer data for streamlined management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Automated reporting in Odoo ensures accurate sales reports with time-saving efficiency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Odoo's analytics tools offer deep insights into sales, customer behavior, and market trends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Automated reporting in Odoo ensures accurate sales reports with time-saving efficiency.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1"/>
          <p:cNvSpPr txBox="1"/>
          <p:nvPr/>
        </p:nvSpPr>
        <p:spPr>
          <a:xfrm>
            <a:off x="0" y="46100"/>
            <a:ext cx="9144000" cy="585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Top-level Process </a:t>
            </a:r>
            <a:endParaRPr sz="26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75" name="Google Shape;47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3025" y="631100"/>
            <a:ext cx="1050900" cy="9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71"/>
          <p:cNvSpPr txBox="1"/>
          <p:nvPr/>
        </p:nvSpPr>
        <p:spPr>
          <a:xfrm>
            <a:off x="160650" y="1082725"/>
            <a:ext cx="8822700" cy="283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Order to Cash : </a:t>
            </a:r>
            <a:br>
              <a:rPr lang="en" dirty="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</a:br>
            <a:endParaRPr sz="1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Set up Point of Sale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Add Products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Configure Payment Methods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Payment Methods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Customize Receipts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Manage Cash Controls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Set up User Accounts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Start Selling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Monitor Reports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2"/>
          <p:cNvSpPr txBox="1"/>
          <p:nvPr/>
        </p:nvSpPr>
        <p:spPr>
          <a:xfrm>
            <a:off x="0" y="46100"/>
            <a:ext cx="9144000" cy="585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Top-level Process </a:t>
            </a:r>
            <a:endParaRPr sz="26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82" name="Google Shape;48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3025" y="631100"/>
            <a:ext cx="1050900" cy="9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72"/>
          <p:cNvSpPr txBox="1"/>
          <p:nvPr/>
        </p:nvSpPr>
        <p:spPr>
          <a:xfrm>
            <a:off x="181989" y="1216100"/>
            <a:ext cx="8457300" cy="260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Procure to Pay : </a:t>
            </a:r>
            <a:endParaRPr b="1" dirty="0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Identify Needs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Create Purchase Requisition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Generate a Request for Quotation (RFQ)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Create a Purchase Order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Issue Goods Receipt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Invoice Matching </a:t>
            </a:r>
            <a:r>
              <a:rPr lang="en" sz="11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&amp;</a:t>
            </a: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Approval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Vendor Payment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●"/>
            </a:pPr>
            <a:r>
              <a:rPr lang="en" sz="11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Track Vendor Performance</a:t>
            </a:r>
            <a:endParaRPr sz="11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84" name="Google Shape;48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3025" y="631100"/>
            <a:ext cx="1050900" cy="9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3"/>
          <p:cNvSpPr txBox="1"/>
          <p:nvPr/>
        </p:nvSpPr>
        <p:spPr>
          <a:xfrm>
            <a:off x="0" y="46100"/>
            <a:ext cx="9144000" cy="585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Demo for Top-level Process </a:t>
            </a:r>
            <a:endParaRPr sz="26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90" name="Google Shape;49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3025" y="631100"/>
            <a:ext cx="1050900" cy="9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73"/>
          <p:cNvSpPr txBox="1"/>
          <p:nvPr/>
        </p:nvSpPr>
        <p:spPr>
          <a:xfrm>
            <a:off x="506850" y="980775"/>
            <a:ext cx="7955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Order to Cash</a:t>
            </a:r>
            <a:r>
              <a:rPr lang="en" dirty="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: </a:t>
            </a:r>
            <a:endParaRPr dirty="0"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https://geeland-international-grocery.odoo.com/odoo/point-of-sale?cids=1</a:t>
            </a:r>
            <a:endParaRPr dirty="0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73"/>
          <p:cNvSpPr txBox="1"/>
          <p:nvPr/>
        </p:nvSpPr>
        <p:spPr>
          <a:xfrm>
            <a:off x="506850" y="2225075"/>
            <a:ext cx="7713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Procure to Pay : </a:t>
            </a:r>
            <a:endParaRPr dirty="0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 dirty="0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https://geeland-international-grocery.odoo.com/odoo/inventory/2/action-538?cids=1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4"/>
          <p:cNvSpPr txBox="1">
            <a:spLocks noGrp="1"/>
          </p:cNvSpPr>
          <p:nvPr>
            <p:ph type="subTitle" idx="1"/>
          </p:nvPr>
        </p:nvSpPr>
        <p:spPr>
          <a:xfrm>
            <a:off x="3460600" y="2199150"/>
            <a:ext cx="3315000" cy="688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E-Commerce</a:t>
            </a:r>
            <a:endParaRPr sz="3500">
              <a:solidFill>
                <a:schemeClr val="accent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498" name="Google Shape;498;p74"/>
          <p:cNvSpPr txBox="1"/>
          <p:nvPr/>
        </p:nvSpPr>
        <p:spPr>
          <a:xfrm>
            <a:off x="2490150" y="2227497"/>
            <a:ext cx="711600" cy="631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A6BFA5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02</a:t>
            </a:r>
            <a:endParaRPr sz="3700">
              <a:solidFill>
                <a:srgbClr val="A6BFA5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5"/>
          <p:cNvSpPr txBox="1"/>
          <p:nvPr/>
        </p:nvSpPr>
        <p:spPr>
          <a:xfrm>
            <a:off x="0" y="0"/>
            <a:ext cx="9144000" cy="64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E-Commerce</a:t>
            </a:r>
            <a:endParaRPr sz="3000"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504" name="Google Shape;50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3100" y="646500"/>
            <a:ext cx="1050900" cy="9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75"/>
          <p:cNvSpPr txBox="1"/>
          <p:nvPr/>
        </p:nvSpPr>
        <p:spPr>
          <a:xfrm>
            <a:off x="738575" y="2103425"/>
            <a:ext cx="4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https://geeland-international-grocery.odoo.com/</a:t>
            </a:r>
            <a:endParaRPr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75"/>
          <p:cNvSpPr txBox="1"/>
          <p:nvPr/>
        </p:nvSpPr>
        <p:spPr>
          <a:xfrm>
            <a:off x="696800" y="1577375"/>
            <a:ext cx="48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E-commerce in Odoo Platform Demo</a:t>
            </a:r>
            <a:endParaRPr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6"/>
          <p:cNvSpPr txBox="1">
            <a:spLocks noGrp="1"/>
          </p:cNvSpPr>
          <p:nvPr>
            <p:ph type="title" idx="2"/>
          </p:nvPr>
        </p:nvSpPr>
        <p:spPr>
          <a:xfrm>
            <a:off x="1992625" y="1894677"/>
            <a:ext cx="5091900" cy="7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Thank You!</a:t>
            </a:r>
            <a:endParaRPr sz="400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Green Slides by Slidesgo">
  <a:themeElements>
    <a:clrScheme name="Simple Light">
      <a:dk1>
        <a:srgbClr val="000000"/>
      </a:dk1>
      <a:lt1>
        <a:srgbClr val="FFFFFF"/>
      </a:lt1>
      <a:dk2>
        <a:srgbClr val="A6BFA5"/>
      </a:dk2>
      <a:lt2>
        <a:srgbClr val="C9D8C8"/>
      </a:lt2>
      <a:accent1>
        <a:srgbClr val="161922"/>
      </a:accent1>
      <a:accent2>
        <a:srgbClr val="FFFFFF"/>
      </a:accent2>
      <a:accent3>
        <a:srgbClr val="A6BFA5"/>
      </a:accent3>
      <a:accent4>
        <a:srgbClr val="C9D8C8"/>
      </a:accent4>
      <a:accent5>
        <a:srgbClr val="000000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Macintosh PowerPoint</Application>
  <PresentationFormat>On-screen Show (16:9)</PresentationFormat>
  <Paragraphs>115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Playfair Display SemiBold</vt:lpstr>
      <vt:lpstr>Roboto Condensed Light</vt:lpstr>
      <vt:lpstr>Arial</vt:lpstr>
      <vt:lpstr>Montserrat Medium</vt:lpstr>
      <vt:lpstr>Montserrat</vt:lpstr>
      <vt:lpstr>Montserrat SemiBold</vt:lpstr>
      <vt:lpstr>Playfair Display</vt:lpstr>
      <vt:lpstr>Playfair Display Medium</vt:lpstr>
      <vt:lpstr>Minimalist Green Slides by Slidesgo</vt:lpstr>
      <vt:lpstr>MIS Recommendation for Geeland International Grocery</vt:lpstr>
      <vt:lpstr>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 Recommendation for Geeland International Grocery</dc:title>
  <cp:lastModifiedBy>Pramila Poudel</cp:lastModifiedBy>
  <cp:revision>1</cp:revision>
  <dcterms:modified xsi:type="dcterms:W3CDTF">2024-04-12T19:30:54Z</dcterms:modified>
</cp:coreProperties>
</file>